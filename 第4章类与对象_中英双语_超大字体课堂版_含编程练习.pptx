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d02ad2815a466a" /><Relationship Type="http://schemas.openxmlformats.org/officeDocument/2006/relationships/extended-properties" Target="/docProps/app.xml" Id="R2a71dde8d1434685" /><Relationship Type="http://schemas.openxmlformats.org/officeDocument/2006/relationships/officeDocument" Target="/ppt/presentation.xml" Id="R0f13a0b4676e48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fcc082c37f4847"/>
  </p:sldMasterIdLst>
  <p:notesMasterIdLst>
    <p:notesMasterId xmlns:r="http://schemas.openxmlformats.org/officeDocument/2006/relationships" r:id="Rd04197273c644cd0"/>
  </p:notesMasterIdLst>
  <p:sldIdLst>
    <p:sldId xmlns:r="http://schemas.openxmlformats.org/officeDocument/2006/relationships" id="256" r:id="R709ea47d1ab64ef5"/>
    <p:sldId xmlns:r="http://schemas.openxmlformats.org/officeDocument/2006/relationships" id="257" r:id="Rdb9e45445ba341ab"/>
    <p:sldId xmlns:r="http://schemas.openxmlformats.org/officeDocument/2006/relationships" id="258" r:id="R83094bc5aae84864"/>
    <p:sldId xmlns:r="http://schemas.openxmlformats.org/officeDocument/2006/relationships" id="259" r:id="Reb4661ef1c984f9e"/>
    <p:sldId xmlns:r="http://schemas.openxmlformats.org/officeDocument/2006/relationships" id="260" r:id="Rb236f5a3853548f5"/>
    <p:sldId xmlns:r="http://schemas.openxmlformats.org/officeDocument/2006/relationships" id="261" r:id="Rdf698f6cfa9641c0"/>
    <p:sldId xmlns:r="http://schemas.openxmlformats.org/officeDocument/2006/relationships" id="262" r:id="R070d390fdb5f4aff"/>
    <p:sldId xmlns:r="http://schemas.openxmlformats.org/officeDocument/2006/relationships" id="263" r:id="Ra1b8459223ad434d"/>
    <p:sldId xmlns:r="http://schemas.openxmlformats.org/officeDocument/2006/relationships" id="264" r:id="R0879393f9ef8446d"/>
    <p:sldId xmlns:r="http://schemas.openxmlformats.org/officeDocument/2006/relationships" id="265" r:id="R9346f7e7d6714d83"/>
    <p:sldId xmlns:r="http://schemas.openxmlformats.org/officeDocument/2006/relationships" id="266" r:id="R1316a988ca144297"/>
    <p:sldId xmlns:r="http://schemas.openxmlformats.org/officeDocument/2006/relationships" id="267" r:id="Ree2ea01f753344f2"/>
    <p:sldId xmlns:r="http://schemas.openxmlformats.org/officeDocument/2006/relationships" id="268" r:id="R2b3d1a87b435486a"/>
    <p:sldId xmlns:r="http://schemas.openxmlformats.org/officeDocument/2006/relationships" id="269" r:id="R0e2ce411a72d4ab8"/>
    <p:sldId xmlns:r="http://schemas.openxmlformats.org/officeDocument/2006/relationships" id="270" r:id="R8667593d587c4762"/>
    <p:sldId xmlns:r="http://schemas.openxmlformats.org/officeDocument/2006/relationships" id="271" r:id="R474f2eb03459441e"/>
    <p:sldId xmlns:r="http://schemas.openxmlformats.org/officeDocument/2006/relationships" id="272" r:id="R3bebc24840754e96"/>
    <p:sldId xmlns:r="http://schemas.openxmlformats.org/officeDocument/2006/relationships" id="273" r:id="R9a71b95d6def4b5d"/>
    <p:sldId xmlns:r="http://schemas.openxmlformats.org/officeDocument/2006/relationships" id="274" r:id="R5947c1a837c4451e"/>
    <p:sldId xmlns:r="http://schemas.openxmlformats.org/officeDocument/2006/relationships" id="275" r:id="R142b4e76e4e84846"/>
    <p:sldId xmlns:r="http://schemas.openxmlformats.org/officeDocument/2006/relationships" id="276" r:id="Rb33a058acf4540f6"/>
    <p:sldId xmlns:r="http://schemas.openxmlformats.org/officeDocument/2006/relationships" id="277" r:id="R37507a9945b849a8"/>
    <p:sldId xmlns:r="http://schemas.openxmlformats.org/officeDocument/2006/relationships" id="278" r:id="R8de58c7dce8447d4"/>
    <p:sldId xmlns:r="http://schemas.openxmlformats.org/officeDocument/2006/relationships" id="279" r:id="R9de9319666b34141"/>
    <p:sldId xmlns:r="http://schemas.openxmlformats.org/officeDocument/2006/relationships" id="280" r:id="Rb8a175a58ba346d7"/>
    <p:sldId xmlns:r="http://schemas.openxmlformats.org/officeDocument/2006/relationships" id="281" r:id="Rf892bef3d0434812"/>
    <p:sldId xmlns:r="http://schemas.openxmlformats.org/officeDocument/2006/relationships" id="282" r:id="R86acc5dc45794547"/>
    <p:sldId xmlns:r="http://schemas.openxmlformats.org/officeDocument/2006/relationships" id="283" r:id="R67b06c3ae22d4d02"/>
    <p:sldId xmlns:r="http://schemas.openxmlformats.org/officeDocument/2006/relationships" id="284" r:id="R4cca1ffde6514919"/>
    <p:sldId xmlns:r="http://schemas.openxmlformats.org/officeDocument/2006/relationships" id="285" r:id="Rff8205edf14349d8"/>
    <p:sldId xmlns:r="http://schemas.openxmlformats.org/officeDocument/2006/relationships" id="286" r:id="R300d93bbc58949bd"/>
    <p:sldId xmlns:r="http://schemas.openxmlformats.org/officeDocument/2006/relationships" id="287" r:id="R53b2022a28ce4c40"/>
    <p:sldId xmlns:r="http://schemas.openxmlformats.org/officeDocument/2006/relationships" id="288" r:id="R4a3bff1a7d49485c"/>
    <p:sldId xmlns:r="http://schemas.openxmlformats.org/officeDocument/2006/relationships" id="289" r:id="R94cfcacd8bf24748"/>
    <p:sldId xmlns:r="http://schemas.openxmlformats.org/officeDocument/2006/relationships" id="290" r:id="Rd7e1ac63ae074e49"/>
    <p:sldId xmlns:r="http://schemas.openxmlformats.org/officeDocument/2006/relationships" id="291" r:id="Rd95f5222bee24c82"/>
    <p:sldId xmlns:r="http://schemas.openxmlformats.org/officeDocument/2006/relationships" id="292" r:id="R1ca8ab8a22b6449b"/>
    <p:sldId xmlns:r="http://schemas.openxmlformats.org/officeDocument/2006/relationships" id="293" r:id="R468586c96282462f"/>
    <p:sldId xmlns:r="http://schemas.openxmlformats.org/officeDocument/2006/relationships" id="294" r:id="Rbdd6affaf54f4d9a"/>
    <p:sldId xmlns:r="http://schemas.openxmlformats.org/officeDocument/2006/relationships" id="295" r:id="Re7e8f49ff785491d"/>
    <p:sldId xmlns:r="http://schemas.openxmlformats.org/officeDocument/2006/relationships" id="296" r:id="R1489f7e624af463f"/>
    <p:sldId xmlns:r="http://schemas.openxmlformats.org/officeDocument/2006/relationships" id="297" r:id="Rba587bfef6be4ab0"/>
    <p:sldId xmlns:r="http://schemas.openxmlformats.org/officeDocument/2006/relationships" id="298" r:id="Rf6bbdef85bf94eb5"/>
    <p:sldId xmlns:r="http://schemas.openxmlformats.org/officeDocument/2006/relationships" id="299" r:id="R4c995476d2cd4433"/>
    <p:sldId xmlns:r="http://schemas.openxmlformats.org/officeDocument/2006/relationships" id="300" r:id="R09e4bdce581a42a8"/>
    <p:sldId xmlns:r="http://schemas.openxmlformats.org/officeDocument/2006/relationships" id="301" r:id="Reeacf4559d8a4666"/>
    <p:sldId xmlns:r="http://schemas.openxmlformats.org/officeDocument/2006/relationships" id="302" r:id="R503d2c5dc3fa435f"/>
    <p:sldId xmlns:r="http://schemas.openxmlformats.org/officeDocument/2006/relationships" id="303" r:id="R4e7217a4bd7141f2"/>
    <p:sldId xmlns:r="http://schemas.openxmlformats.org/officeDocument/2006/relationships" id="304" r:id="R3ef9647f267d4971"/>
    <p:sldId xmlns:r="http://schemas.openxmlformats.org/officeDocument/2006/relationships" id="305" r:id="R24275562299a495a"/>
    <p:sldId xmlns:r="http://schemas.openxmlformats.org/officeDocument/2006/relationships" id="306" r:id="R4c41db334d3441a6"/>
    <p:sldId xmlns:r="http://schemas.openxmlformats.org/officeDocument/2006/relationships" id="307" r:id="R96fce31f89df4d7e"/>
    <p:sldId xmlns:r="http://schemas.openxmlformats.org/officeDocument/2006/relationships" id="308" r:id="Rcc281abbf4c44ef7"/>
    <p:sldId xmlns:r="http://schemas.openxmlformats.org/officeDocument/2006/relationships" id="309" r:id="R69dad892dcfb464b"/>
    <p:sldId xmlns:r="http://schemas.openxmlformats.org/officeDocument/2006/relationships" id="310" r:id="Rfb1be6659f9b4ded"/>
    <p:sldId xmlns:r="http://schemas.openxmlformats.org/officeDocument/2006/relationships" id="311" r:id="Reb66a792b5334ed9"/>
    <p:sldId xmlns:r="http://schemas.openxmlformats.org/officeDocument/2006/relationships" id="312" r:id="R2808400646c841bb"/>
    <p:sldId xmlns:r="http://schemas.openxmlformats.org/officeDocument/2006/relationships" id="313" r:id="R387efdb07fb946bb"/>
    <p:sldId xmlns:r="http://schemas.openxmlformats.org/officeDocument/2006/relationships" id="314" r:id="R13ef5f366f7345b2"/>
    <p:sldId xmlns:r="http://schemas.openxmlformats.org/officeDocument/2006/relationships" id="315" r:id="R3735cf3a21324a40"/>
    <p:sldId xmlns:r="http://schemas.openxmlformats.org/officeDocument/2006/relationships" id="316" r:id="R33f4446a2b744c3c"/>
    <p:sldId xmlns:r="http://schemas.openxmlformats.org/officeDocument/2006/relationships" id="317" r:id="Racb597cf1b744cd5"/>
    <p:sldId xmlns:r="http://schemas.openxmlformats.org/officeDocument/2006/relationships" id="318" r:id="R8d2a0ad9830145d6"/>
    <p:sldId xmlns:r="http://schemas.openxmlformats.org/officeDocument/2006/relationships" id="319" r:id="Rc34f28865cfc4e01"/>
    <p:sldId xmlns:r="http://schemas.openxmlformats.org/officeDocument/2006/relationships" id="320" r:id="Rdfd8bba644464fe3"/>
    <p:sldId xmlns:r="http://schemas.openxmlformats.org/officeDocument/2006/relationships" id="321" r:id="Rbf9f46b74b964e0e"/>
    <p:sldId xmlns:r="http://schemas.openxmlformats.org/officeDocument/2006/relationships" id="322" r:id="R5af6ec5fcdd24e51"/>
    <p:sldId xmlns:r="http://schemas.openxmlformats.org/officeDocument/2006/relationships" id="323" r:id="R2a1b85b60073495b"/>
    <p:sldId xmlns:r="http://schemas.openxmlformats.org/officeDocument/2006/relationships" id="324" r:id="R6bdbe7a168284a4d"/>
    <p:sldId xmlns:r="http://schemas.openxmlformats.org/officeDocument/2006/relationships" id="325" r:id="Refc7935a10a24caa"/>
    <p:sldId xmlns:r="http://schemas.openxmlformats.org/officeDocument/2006/relationships" id="326" r:id="Ra61f2db8c5204961"/>
    <p:sldId xmlns:r="http://schemas.openxmlformats.org/officeDocument/2006/relationships" id="327" r:id="R98b502357d6e4269"/>
    <p:sldId xmlns:r="http://schemas.openxmlformats.org/officeDocument/2006/relationships" id="328" r:id="R2fc750710eec474e"/>
    <p:sldId xmlns:r="http://schemas.openxmlformats.org/officeDocument/2006/relationships" id="329" r:id="R48f09cde26964535"/>
    <p:sldId xmlns:r="http://schemas.openxmlformats.org/officeDocument/2006/relationships" id="330" r:id="R72e759daf98e48b5"/>
    <p:sldId xmlns:r="http://schemas.openxmlformats.org/officeDocument/2006/relationships" id="331" r:id="R0ad87bb54fcb44cc"/>
    <p:sldId xmlns:r="http://schemas.openxmlformats.org/officeDocument/2006/relationships" id="332" r:id="R10b74d6bef0043ab"/>
    <p:sldId xmlns:r="http://schemas.openxmlformats.org/officeDocument/2006/relationships" id="333" r:id="R1aa3e89f133c44ac"/>
    <p:sldId xmlns:r="http://schemas.openxmlformats.org/officeDocument/2006/relationships" id="334" r:id="R8bdd924ae0474df2"/>
    <p:sldId xmlns:r="http://schemas.openxmlformats.org/officeDocument/2006/relationships" id="335" r:id="R7f6cb312bbe34ae0"/>
    <p:sldId xmlns:r="http://schemas.openxmlformats.org/officeDocument/2006/relationships" id="336" r:id="R15ea69d52a234f25"/>
    <p:sldId xmlns:r="http://schemas.openxmlformats.org/officeDocument/2006/relationships" id="337" r:id="R9cf4315728674831"/>
    <p:sldId xmlns:r="http://schemas.openxmlformats.org/officeDocument/2006/relationships" id="338" r:id="Ra74cd97c5134467e"/>
    <p:sldId xmlns:r="http://schemas.openxmlformats.org/officeDocument/2006/relationships" id="339" r:id="R4ccde36a5bdf480b"/>
    <p:sldId xmlns:r="http://schemas.openxmlformats.org/officeDocument/2006/relationships" id="340" r:id="R2c3784485b124973"/>
    <p:sldId xmlns:r="http://schemas.openxmlformats.org/officeDocument/2006/relationships" id="341" r:id="Rb0150d2cc1454a69"/>
    <p:sldId xmlns:r="http://schemas.openxmlformats.org/officeDocument/2006/relationships" id="342" r:id="R0b3e183da5fc4287"/>
    <p:sldId xmlns:r="http://schemas.openxmlformats.org/officeDocument/2006/relationships" id="343" r:id="R2b040b7d80bf4987"/>
    <p:sldId xmlns:r="http://schemas.openxmlformats.org/officeDocument/2006/relationships" id="344" r:id="Rce0415acf3684fa8"/>
    <p:sldId xmlns:r="http://schemas.openxmlformats.org/officeDocument/2006/relationships" id="345" r:id="R7f43d4dec9a64c05"/>
    <p:sldId xmlns:r="http://schemas.openxmlformats.org/officeDocument/2006/relationships" id="346" r:id="R740617154e644bab"/>
    <p:sldId xmlns:r="http://schemas.openxmlformats.org/officeDocument/2006/relationships" id="347" r:id="R25c898551fc54a82"/>
    <p:sldId xmlns:r="http://schemas.openxmlformats.org/officeDocument/2006/relationships" id="348" r:id="R758ea7005b304400"/>
    <p:sldId xmlns:r="http://schemas.openxmlformats.org/officeDocument/2006/relationships" id="349" r:id="R4c15774d9d994de6"/>
    <p:sldId xmlns:r="http://schemas.openxmlformats.org/officeDocument/2006/relationships" id="350" r:id="R87f93dbc809e491b"/>
    <p:sldId xmlns:r="http://schemas.openxmlformats.org/officeDocument/2006/relationships" id="351" r:id="R715f89b077be4717"/>
    <p:sldId xmlns:r="http://schemas.openxmlformats.org/officeDocument/2006/relationships" id="352" r:id="R52dbe24a720649fb"/>
    <p:sldId xmlns:r="http://schemas.openxmlformats.org/officeDocument/2006/relationships" id="353" r:id="R0c0dccd4cc274916"/>
    <p:sldId xmlns:r="http://schemas.openxmlformats.org/officeDocument/2006/relationships" id="354" r:id="R7bc2eb48df294d86"/>
    <p:sldId xmlns:r="http://schemas.openxmlformats.org/officeDocument/2006/relationships" id="355" r:id="Rd3c552aa756f4674"/>
    <p:sldId xmlns:r="http://schemas.openxmlformats.org/officeDocument/2006/relationships" id="356" r:id="R05d9bd1c9f334d3e"/>
    <p:sldId xmlns:r="http://schemas.openxmlformats.org/officeDocument/2006/relationships" id="357" r:id="Rf6f6876275d04723"/>
    <p:sldId xmlns:r="http://schemas.openxmlformats.org/officeDocument/2006/relationships" id="358" r:id="R909255f6d3f04bf4"/>
    <p:sldId xmlns:r="http://schemas.openxmlformats.org/officeDocument/2006/relationships" id="359" r:id="Rc0b2777dc33f4555"/>
    <p:sldId xmlns:r="http://schemas.openxmlformats.org/officeDocument/2006/relationships" id="360" r:id="R491a4b84932145a6"/>
    <p:sldId xmlns:r="http://schemas.openxmlformats.org/officeDocument/2006/relationships" id="361" r:id="Rc3c597cee6c14adf"/>
    <p:sldId xmlns:r="http://schemas.openxmlformats.org/officeDocument/2006/relationships" id="362" r:id="Rab3e5928a966457b"/>
    <p:sldId xmlns:r="http://schemas.openxmlformats.org/officeDocument/2006/relationships" id="363" r:id="R0019bab105a942d4"/>
    <p:sldId xmlns:r="http://schemas.openxmlformats.org/officeDocument/2006/relationships" id="364" r:id="R81e0de450fc44a07"/>
    <p:sldId xmlns:r="http://schemas.openxmlformats.org/officeDocument/2006/relationships" id="365" r:id="R2cd8186823fe474d"/>
    <p:sldId xmlns:r="http://schemas.openxmlformats.org/officeDocument/2006/relationships" id="366" r:id="Rbdf8a8e31db248a1"/>
    <p:sldId xmlns:r="http://schemas.openxmlformats.org/officeDocument/2006/relationships" id="367" r:id="R0ea870c40d7d4e07"/>
    <p:sldId xmlns:r="http://schemas.openxmlformats.org/officeDocument/2006/relationships" id="368" r:id="Rc4d4341d785141f6"/>
    <p:sldId xmlns:r="http://schemas.openxmlformats.org/officeDocument/2006/relationships" id="369" r:id="R84f855df10d145ec"/>
    <p:sldId xmlns:r="http://schemas.openxmlformats.org/officeDocument/2006/relationships" id="370" r:id="R0c33ecfc067447ac"/>
    <p:sldId xmlns:r="http://schemas.openxmlformats.org/officeDocument/2006/relationships" id="371" r:id="Rea0a593beb3a406b"/>
    <p:sldId xmlns:r="http://schemas.openxmlformats.org/officeDocument/2006/relationships" id="372" r:id="Rea88dd7b91fd403a"/>
    <p:sldId xmlns:r="http://schemas.openxmlformats.org/officeDocument/2006/relationships" id="373" r:id="R40aab67c13c0476b"/>
    <p:sldId xmlns:r="http://schemas.openxmlformats.org/officeDocument/2006/relationships" id="374" r:id="R59aa5275783e4f94"/>
    <p:sldId xmlns:r="http://schemas.openxmlformats.org/officeDocument/2006/relationships" id="375" r:id="R1e591d26918e44aa"/>
    <p:sldId xmlns:r="http://schemas.openxmlformats.org/officeDocument/2006/relationships" id="376" r:id="R201a134a031e4489"/>
    <p:sldId xmlns:r="http://schemas.openxmlformats.org/officeDocument/2006/relationships" id="377" r:id="R806d74de96654fcb"/>
    <p:sldId xmlns:r="http://schemas.openxmlformats.org/officeDocument/2006/relationships" id="378" r:id="R51d347b2cdf449a5"/>
    <p:sldId xmlns:r="http://schemas.openxmlformats.org/officeDocument/2006/relationships" id="379" r:id="Rfdecaad6d2704c37"/>
    <p:sldId xmlns:r="http://schemas.openxmlformats.org/officeDocument/2006/relationships" id="380" r:id="Rc3e06e7b4e5f4df7"/>
    <p:sldId xmlns:r="http://schemas.openxmlformats.org/officeDocument/2006/relationships" id="381" r:id="R4973da4956fc47e6"/>
    <p:sldId xmlns:r="http://schemas.openxmlformats.org/officeDocument/2006/relationships" id="382" r:id="R7e9ea7e5ac64417e"/>
    <p:sldId xmlns:r="http://schemas.openxmlformats.org/officeDocument/2006/relationships" id="383" r:id="Ref939c6721f749d2"/>
    <p:sldId xmlns:r="http://schemas.openxmlformats.org/officeDocument/2006/relationships" id="384" r:id="R6e0c21dae1f54bb5"/>
    <p:sldId xmlns:r="http://schemas.openxmlformats.org/officeDocument/2006/relationships" id="385" r:id="R633f991ef7cf4071"/>
    <p:sldId xmlns:r="http://schemas.openxmlformats.org/officeDocument/2006/relationships" id="386" r:id="R037eed08a7d34b5e"/>
    <p:sldId xmlns:r="http://schemas.openxmlformats.org/officeDocument/2006/relationships" id="387" r:id="Rba98f594de2a4356"/>
    <p:sldId xmlns:r="http://schemas.openxmlformats.org/officeDocument/2006/relationships" id="388" r:id="R1ba3a781e0d340d4"/>
    <p:sldId xmlns:r="http://schemas.openxmlformats.org/officeDocument/2006/relationships" id="389" r:id="Rbcb785dc66ba444b"/>
    <p:sldId xmlns:r="http://schemas.openxmlformats.org/officeDocument/2006/relationships" id="390" r:id="R24e7a1f043bf49bd"/>
    <p:sldId xmlns:r="http://schemas.openxmlformats.org/officeDocument/2006/relationships" id="391" r:id="Reb1d7c849ec24adc"/>
    <p:sldId xmlns:r="http://schemas.openxmlformats.org/officeDocument/2006/relationships" id="392" r:id="R28e72a09add940fe"/>
    <p:sldId xmlns:r="http://schemas.openxmlformats.org/officeDocument/2006/relationships" id="393" r:id="R455632cf7982457a"/>
    <p:sldId xmlns:r="http://schemas.openxmlformats.org/officeDocument/2006/relationships" id="394" r:id="R30879af4ada14064"/>
    <p:sldId xmlns:r="http://schemas.openxmlformats.org/officeDocument/2006/relationships" id="395" r:id="R16565bf1a16b40e7"/>
    <p:sldId xmlns:r="http://schemas.openxmlformats.org/officeDocument/2006/relationships" id="396" r:id="R06a2e8b0231844fd"/>
    <p:sldId xmlns:r="http://schemas.openxmlformats.org/officeDocument/2006/relationships" id="397" r:id="R970ead6414444c5f"/>
    <p:sldId xmlns:r="http://schemas.openxmlformats.org/officeDocument/2006/relationships" id="398" r:id="R019b063442f44efc"/>
    <p:sldId xmlns:r="http://schemas.openxmlformats.org/officeDocument/2006/relationships" id="399" r:id="R75c392bf3d5c423b"/>
    <p:sldId xmlns:r="http://schemas.openxmlformats.org/officeDocument/2006/relationships" id="400" r:id="R627fd7698f184fe8"/>
    <p:sldId xmlns:r="http://schemas.openxmlformats.org/officeDocument/2006/relationships" id="401" r:id="R26f5c6dd18514665"/>
    <p:sldId xmlns:r="http://schemas.openxmlformats.org/officeDocument/2006/relationships" id="402" r:id="R379e3bd39c6a4445"/>
    <p:sldId xmlns:r="http://schemas.openxmlformats.org/officeDocument/2006/relationships" id="403" r:id="R62acddd63cad4505"/>
    <p:sldId xmlns:r="http://schemas.openxmlformats.org/officeDocument/2006/relationships" id="404" r:id="Rc65c360beff64a25"/>
    <p:sldId xmlns:r="http://schemas.openxmlformats.org/officeDocument/2006/relationships" id="405" r:id="R76851b5e85ae460f"/>
    <p:sldId xmlns:r="http://schemas.openxmlformats.org/officeDocument/2006/relationships" id="406" r:id="Rf23e15a8273740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5a5a898942491b" /><Relationship Type="http://schemas.openxmlformats.org/officeDocument/2006/relationships/slideMaster" Target="/ppt/slideMasters/slideMaster1.xml" Id="R6bfcc082c37f4847" /><Relationship Type="http://schemas.openxmlformats.org/officeDocument/2006/relationships/notesMaster" Target="/ppt/notesMasters/notesMaster1.xml" Id="Rd04197273c644cd0" /><Relationship Type="http://schemas.openxmlformats.org/officeDocument/2006/relationships/presProps" Target="/ppt/presProps.xml" Id="R0d00184bf9a54853" /><Relationship Type="http://schemas.openxmlformats.org/officeDocument/2006/relationships/viewProps" Target="/ppt/viewProps.xml" Id="Rd1085d83b58c4dc8" /><Relationship Type="http://schemas.openxmlformats.org/officeDocument/2006/relationships/tableStyles" Target="/ppt/tableStyles.xml" Id="R944dd32edb204949" /><Relationship Type="http://schemas.openxmlformats.org/officeDocument/2006/relationships/slide" Target="/ppt/slides/slide1.xml" Id="R709ea47d1ab64ef5" /><Relationship Type="http://schemas.openxmlformats.org/officeDocument/2006/relationships/slide" Target="/ppt/slides/slide2.xml" Id="Rdb9e45445ba341ab" /><Relationship Type="http://schemas.openxmlformats.org/officeDocument/2006/relationships/slide" Target="/ppt/slides/slide3.xml" Id="R83094bc5aae84864" /><Relationship Type="http://schemas.openxmlformats.org/officeDocument/2006/relationships/slide" Target="/ppt/slides/slide4.xml" Id="Reb4661ef1c984f9e" /><Relationship Type="http://schemas.openxmlformats.org/officeDocument/2006/relationships/slide" Target="/ppt/slides/slide5.xml" Id="Rb236f5a3853548f5" /><Relationship Type="http://schemas.openxmlformats.org/officeDocument/2006/relationships/slide" Target="/ppt/slides/slide6.xml" Id="Rdf698f6cfa9641c0" /><Relationship Type="http://schemas.openxmlformats.org/officeDocument/2006/relationships/slide" Target="/ppt/slides/slide7.xml" Id="R070d390fdb5f4aff" /><Relationship Type="http://schemas.openxmlformats.org/officeDocument/2006/relationships/slide" Target="/ppt/slides/slide8.xml" Id="Ra1b8459223ad434d" /><Relationship Type="http://schemas.openxmlformats.org/officeDocument/2006/relationships/slide" Target="/ppt/slides/slide9.xml" Id="R0879393f9ef8446d" /><Relationship Type="http://schemas.openxmlformats.org/officeDocument/2006/relationships/slide" Target="/ppt/slides/slide10.xml" Id="R9346f7e7d6714d83" /><Relationship Type="http://schemas.openxmlformats.org/officeDocument/2006/relationships/slide" Target="/ppt/slides/slide11.xml" Id="R1316a988ca144297" /><Relationship Type="http://schemas.openxmlformats.org/officeDocument/2006/relationships/slide" Target="/ppt/slides/slide12.xml" Id="Ree2ea01f753344f2" /><Relationship Type="http://schemas.openxmlformats.org/officeDocument/2006/relationships/slide" Target="/ppt/slides/slide13.xml" Id="R2b3d1a87b435486a" /><Relationship Type="http://schemas.openxmlformats.org/officeDocument/2006/relationships/slide" Target="/ppt/slides/slide14.xml" Id="R0e2ce411a72d4ab8" /><Relationship Type="http://schemas.openxmlformats.org/officeDocument/2006/relationships/slide" Target="/ppt/slides/slide15.xml" Id="R8667593d587c4762" /><Relationship Type="http://schemas.openxmlformats.org/officeDocument/2006/relationships/slide" Target="/ppt/slides/slide16.xml" Id="R474f2eb03459441e" /><Relationship Type="http://schemas.openxmlformats.org/officeDocument/2006/relationships/slide" Target="/ppt/slides/slide17.xml" Id="R3bebc24840754e96" /><Relationship Type="http://schemas.openxmlformats.org/officeDocument/2006/relationships/slide" Target="/ppt/slides/slide18.xml" Id="R9a71b95d6def4b5d" /><Relationship Type="http://schemas.openxmlformats.org/officeDocument/2006/relationships/slide" Target="/ppt/slides/slide19.xml" Id="R5947c1a837c4451e" /><Relationship Type="http://schemas.openxmlformats.org/officeDocument/2006/relationships/slide" Target="/ppt/slides/slide20.xml" Id="R142b4e76e4e84846" /><Relationship Type="http://schemas.openxmlformats.org/officeDocument/2006/relationships/slide" Target="/ppt/slides/slide21.xml" Id="Rb33a058acf4540f6" /><Relationship Type="http://schemas.openxmlformats.org/officeDocument/2006/relationships/slide" Target="/ppt/slides/slide22.xml" Id="R37507a9945b849a8" /><Relationship Type="http://schemas.openxmlformats.org/officeDocument/2006/relationships/slide" Target="/ppt/slides/slide23.xml" Id="R8de58c7dce8447d4" /><Relationship Type="http://schemas.openxmlformats.org/officeDocument/2006/relationships/slide" Target="/ppt/slides/slide24.xml" Id="R9de9319666b34141" /><Relationship Type="http://schemas.openxmlformats.org/officeDocument/2006/relationships/slide" Target="/ppt/slides/slide25.xml" Id="Rb8a175a58ba346d7" /><Relationship Type="http://schemas.openxmlformats.org/officeDocument/2006/relationships/slide" Target="/ppt/slides/slide26.xml" Id="Rf892bef3d0434812" /><Relationship Type="http://schemas.openxmlformats.org/officeDocument/2006/relationships/slide" Target="/ppt/slides/slide27.xml" Id="R86acc5dc45794547" /><Relationship Type="http://schemas.openxmlformats.org/officeDocument/2006/relationships/slide" Target="/ppt/slides/slide28.xml" Id="R67b06c3ae22d4d02" /><Relationship Type="http://schemas.openxmlformats.org/officeDocument/2006/relationships/slide" Target="/ppt/slides/slide29.xml" Id="R4cca1ffde6514919" /><Relationship Type="http://schemas.openxmlformats.org/officeDocument/2006/relationships/slide" Target="/ppt/slides/slide30.xml" Id="Rff8205edf14349d8" /><Relationship Type="http://schemas.openxmlformats.org/officeDocument/2006/relationships/slide" Target="/ppt/slides/slide31.xml" Id="R300d93bbc58949bd" /><Relationship Type="http://schemas.openxmlformats.org/officeDocument/2006/relationships/slide" Target="/ppt/slides/slide32.xml" Id="R53b2022a28ce4c40" /><Relationship Type="http://schemas.openxmlformats.org/officeDocument/2006/relationships/slide" Target="/ppt/slides/slide33.xml" Id="R4a3bff1a7d49485c" /><Relationship Type="http://schemas.openxmlformats.org/officeDocument/2006/relationships/slide" Target="/ppt/slides/slide34.xml" Id="R94cfcacd8bf24748" /><Relationship Type="http://schemas.openxmlformats.org/officeDocument/2006/relationships/slide" Target="/ppt/slides/slide35.xml" Id="Rd7e1ac63ae074e49" /><Relationship Type="http://schemas.openxmlformats.org/officeDocument/2006/relationships/slide" Target="/ppt/slides/slide36.xml" Id="Rd95f5222bee24c82" /><Relationship Type="http://schemas.openxmlformats.org/officeDocument/2006/relationships/slide" Target="/ppt/slides/slide37.xml" Id="R1ca8ab8a22b6449b" /><Relationship Type="http://schemas.openxmlformats.org/officeDocument/2006/relationships/slide" Target="/ppt/slides/slide38.xml" Id="R468586c96282462f" /><Relationship Type="http://schemas.openxmlformats.org/officeDocument/2006/relationships/slide" Target="/ppt/slides/slide39.xml" Id="Rbdd6affaf54f4d9a" /><Relationship Type="http://schemas.openxmlformats.org/officeDocument/2006/relationships/slide" Target="/ppt/slides/slide40.xml" Id="Re7e8f49ff785491d" /><Relationship Type="http://schemas.openxmlformats.org/officeDocument/2006/relationships/slide" Target="/ppt/slides/slide41.xml" Id="R1489f7e624af463f" /><Relationship Type="http://schemas.openxmlformats.org/officeDocument/2006/relationships/slide" Target="/ppt/slides/slide42.xml" Id="Rba587bfef6be4ab0" /><Relationship Type="http://schemas.openxmlformats.org/officeDocument/2006/relationships/slide" Target="/ppt/slides/slide43.xml" Id="Rf6bbdef85bf94eb5" /><Relationship Type="http://schemas.openxmlformats.org/officeDocument/2006/relationships/slide" Target="/ppt/slides/slide44.xml" Id="R4c995476d2cd4433" /><Relationship Type="http://schemas.openxmlformats.org/officeDocument/2006/relationships/slide" Target="/ppt/slides/slide45.xml" Id="R09e4bdce581a42a8" /><Relationship Type="http://schemas.openxmlformats.org/officeDocument/2006/relationships/slide" Target="/ppt/slides/slide46.xml" Id="Reeacf4559d8a4666" /><Relationship Type="http://schemas.openxmlformats.org/officeDocument/2006/relationships/slide" Target="/ppt/slides/slide47.xml" Id="R503d2c5dc3fa435f" /><Relationship Type="http://schemas.openxmlformats.org/officeDocument/2006/relationships/slide" Target="/ppt/slides/slide48.xml" Id="R4e7217a4bd7141f2" /><Relationship Type="http://schemas.openxmlformats.org/officeDocument/2006/relationships/slide" Target="/ppt/slides/slide49.xml" Id="R3ef9647f267d4971" /><Relationship Type="http://schemas.openxmlformats.org/officeDocument/2006/relationships/slide" Target="/ppt/slides/slide50.xml" Id="R24275562299a495a" /><Relationship Type="http://schemas.openxmlformats.org/officeDocument/2006/relationships/slide" Target="/ppt/slides/slide51.xml" Id="R4c41db334d3441a6" /><Relationship Type="http://schemas.openxmlformats.org/officeDocument/2006/relationships/slide" Target="/ppt/slides/slide52.xml" Id="R96fce31f89df4d7e" /><Relationship Type="http://schemas.openxmlformats.org/officeDocument/2006/relationships/slide" Target="/ppt/slides/slide53.xml" Id="Rcc281abbf4c44ef7" /><Relationship Type="http://schemas.openxmlformats.org/officeDocument/2006/relationships/slide" Target="/ppt/slides/slide54.xml" Id="R69dad892dcfb464b" /><Relationship Type="http://schemas.openxmlformats.org/officeDocument/2006/relationships/slide" Target="/ppt/slides/slide55.xml" Id="Rfb1be6659f9b4ded" /><Relationship Type="http://schemas.openxmlformats.org/officeDocument/2006/relationships/slide" Target="/ppt/slides/slide56.xml" Id="Reb66a792b5334ed9" /><Relationship Type="http://schemas.openxmlformats.org/officeDocument/2006/relationships/slide" Target="/ppt/slides/slide57.xml" Id="R2808400646c841bb" /><Relationship Type="http://schemas.openxmlformats.org/officeDocument/2006/relationships/slide" Target="/ppt/slides/slide58.xml" Id="R387efdb07fb946bb" /><Relationship Type="http://schemas.openxmlformats.org/officeDocument/2006/relationships/slide" Target="/ppt/slides/slide59.xml" Id="R13ef5f366f7345b2" /><Relationship Type="http://schemas.openxmlformats.org/officeDocument/2006/relationships/slide" Target="/ppt/slides/slide60.xml" Id="R3735cf3a21324a40" /><Relationship Type="http://schemas.openxmlformats.org/officeDocument/2006/relationships/slide" Target="/ppt/slides/slide61.xml" Id="R33f4446a2b744c3c" /><Relationship Type="http://schemas.openxmlformats.org/officeDocument/2006/relationships/slide" Target="/ppt/slides/slide62.xml" Id="Racb597cf1b744cd5" /><Relationship Type="http://schemas.openxmlformats.org/officeDocument/2006/relationships/slide" Target="/ppt/slides/slide63.xml" Id="R8d2a0ad9830145d6" /><Relationship Type="http://schemas.openxmlformats.org/officeDocument/2006/relationships/slide" Target="/ppt/slides/slide64.xml" Id="Rc34f28865cfc4e01" /><Relationship Type="http://schemas.openxmlformats.org/officeDocument/2006/relationships/slide" Target="/ppt/slides/slide65.xml" Id="Rdfd8bba644464fe3" /><Relationship Type="http://schemas.openxmlformats.org/officeDocument/2006/relationships/slide" Target="/ppt/slides/slide66.xml" Id="Rbf9f46b74b964e0e" /><Relationship Type="http://schemas.openxmlformats.org/officeDocument/2006/relationships/slide" Target="/ppt/slides/slide67.xml" Id="R5af6ec5fcdd24e51" /><Relationship Type="http://schemas.openxmlformats.org/officeDocument/2006/relationships/slide" Target="/ppt/slides/slide68.xml" Id="R2a1b85b60073495b" /><Relationship Type="http://schemas.openxmlformats.org/officeDocument/2006/relationships/slide" Target="/ppt/slides/slide69.xml" Id="R6bdbe7a168284a4d" /><Relationship Type="http://schemas.openxmlformats.org/officeDocument/2006/relationships/slide" Target="/ppt/slides/slide70.xml" Id="Refc7935a10a24caa" /><Relationship Type="http://schemas.openxmlformats.org/officeDocument/2006/relationships/slide" Target="/ppt/slides/slide71.xml" Id="Ra61f2db8c5204961" /><Relationship Type="http://schemas.openxmlformats.org/officeDocument/2006/relationships/slide" Target="/ppt/slides/slide72.xml" Id="R98b502357d6e4269" /><Relationship Type="http://schemas.openxmlformats.org/officeDocument/2006/relationships/slide" Target="/ppt/slides/slide73.xml" Id="R2fc750710eec474e" /><Relationship Type="http://schemas.openxmlformats.org/officeDocument/2006/relationships/slide" Target="/ppt/slides/slide74.xml" Id="R48f09cde26964535" /><Relationship Type="http://schemas.openxmlformats.org/officeDocument/2006/relationships/slide" Target="/ppt/slides/slide75.xml" Id="R72e759daf98e48b5" /><Relationship Type="http://schemas.openxmlformats.org/officeDocument/2006/relationships/slide" Target="/ppt/slides/slide76.xml" Id="R0ad87bb54fcb44cc" /><Relationship Type="http://schemas.openxmlformats.org/officeDocument/2006/relationships/slide" Target="/ppt/slides/slide77.xml" Id="R10b74d6bef0043ab" /><Relationship Type="http://schemas.openxmlformats.org/officeDocument/2006/relationships/slide" Target="/ppt/slides/slide78.xml" Id="R1aa3e89f133c44ac" /><Relationship Type="http://schemas.openxmlformats.org/officeDocument/2006/relationships/slide" Target="/ppt/slides/slide79.xml" Id="R8bdd924ae0474df2" /><Relationship Type="http://schemas.openxmlformats.org/officeDocument/2006/relationships/slide" Target="/ppt/slides/slide80.xml" Id="R7f6cb312bbe34ae0" /><Relationship Type="http://schemas.openxmlformats.org/officeDocument/2006/relationships/slide" Target="/ppt/slides/slide81.xml" Id="R15ea69d52a234f25" /><Relationship Type="http://schemas.openxmlformats.org/officeDocument/2006/relationships/slide" Target="/ppt/slides/slide82.xml" Id="R9cf4315728674831" /><Relationship Type="http://schemas.openxmlformats.org/officeDocument/2006/relationships/slide" Target="/ppt/slides/slide83.xml" Id="Ra74cd97c5134467e" /><Relationship Type="http://schemas.openxmlformats.org/officeDocument/2006/relationships/slide" Target="/ppt/slides/slide84.xml" Id="R4ccde36a5bdf480b" /><Relationship Type="http://schemas.openxmlformats.org/officeDocument/2006/relationships/slide" Target="/ppt/slides/slide85.xml" Id="R2c3784485b124973" /><Relationship Type="http://schemas.openxmlformats.org/officeDocument/2006/relationships/slide" Target="/ppt/slides/slide86.xml" Id="Rb0150d2cc1454a69" /><Relationship Type="http://schemas.openxmlformats.org/officeDocument/2006/relationships/slide" Target="/ppt/slides/slide87.xml" Id="R0b3e183da5fc4287" /><Relationship Type="http://schemas.openxmlformats.org/officeDocument/2006/relationships/slide" Target="/ppt/slides/slide88.xml" Id="R2b040b7d80bf4987" /><Relationship Type="http://schemas.openxmlformats.org/officeDocument/2006/relationships/slide" Target="/ppt/slides/slide89.xml" Id="Rce0415acf3684fa8" /><Relationship Type="http://schemas.openxmlformats.org/officeDocument/2006/relationships/slide" Target="/ppt/slides/slide90.xml" Id="R7f43d4dec9a64c05" /><Relationship Type="http://schemas.openxmlformats.org/officeDocument/2006/relationships/slide" Target="/ppt/slides/slide91.xml" Id="R740617154e644bab" /><Relationship Type="http://schemas.openxmlformats.org/officeDocument/2006/relationships/slide" Target="/ppt/slides/slide92.xml" Id="R25c898551fc54a82" /><Relationship Type="http://schemas.openxmlformats.org/officeDocument/2006/relationships/slide" Target="/ppt/slides/slide93.xml" Id="R758ea7005b304400" /><Relationship Type="http://schemas.openxmlformats.org/officeDocument/2006/relationships/slide" Target="/ppt/slides/slide94.xml" Id="R4c15774d9d994de6" /><Relationship Type="http://schemas.openxmlformats.org/officeDocument/2006/relationships/slide" Target="/ppt/slides/slide95.xml" Id="R87f93dbc809e491b" /><Relationship Type="http://schemas.openxmlformats.org/officeDocument/2006/relationships/slide" Target="/ppt/slides/slide96.xml" Id="R715f89b077be4717" /><Relationship Type="http://schemas.openxmlformats.org/officeDocument/2006/relationships/slide" Target="/ppt/slides/slide97.xml" Id="R52dbe24a720649fb" /><Relationship Type="http://schemas.openxmlformats.org/officeDocument/2006/relationships/slide" Target="/ppt/slides/slide98.xml" Id="R0c0dccd4cc274916" /><Relationship Type="http://schemas.openxmlformats.org/officeDocument/2006/relationships/slide" Target="/ppt/slides/slide99.xml" Id="R7bc2eb48df294d86" /><Relationship Type="http://schemas.openxmlformats.org/officeDocument/2006/relationships/slide" Target="/ppt/slides/slide100.xml" Id="Rd3c552aa756f4674" /><Relationship Type="http://schemas.openxmlformats.org/officeDocument/2006/relationships/slide" Target="/ppt/slides/slide101.xml" Id="R05d9bd1c9f334d3e" /><Relationship Type="http://schemas.openxmlformats.org/officeDocument/2006/relationships/slide" Target="/ppt/slides/slide102.xml" Id="Rf6f6876275d04723" /><Relationship Type="http://schemas.openxmlformats.org/officeDocument/2006/relationships/slide" Target="/ppt/slides/slide103.xml" Id="R909255f6d3f04bf4" /><Relationship Type="http://schemas.openxmlformats.org/officeDocument/2006/relationships/slide" Target="/ppt/slides/slide104.xml" Id="Rc0b2777dc33f4555" /><Relationship Type="http://schemas.openxmlformats.org/officeDocument/2006/relationships/slide" Target="/ppt/slides/slide105.xml" Id="R491a4b84932145a6" /><Relationship Type="http://schemas.openxmlformats.org/officeDocument/2006/relationships/slide" Target="/ppt/slides/slide106.xml" Id="Rc3c597cee6c14adf" /><Relationship Type="http://schemas.openxmlformats.org/officeDocument/2006/relationships/slide" Target="/ppt/slides/slide107.xml" Id="Rab3e5928a966457b" /><Relationship Type="http://schemas.openxmlformats.org/officeDocument/2006/relationships/slide" Target="/ppt/slides/slide108.xml" Id="R0019bab105a942d4" /><Relationship Type="http://schemas.openxmlformats.org/officeDocument/2006/relationships/slide" Target="/ppt/slides/slide109.xml" Id="R81e0de450fc44a07" /><Relationship Type="http://schemas.openxmlformats.org/officeDocument/2006/relationships/slide" Target="/ppt/slides/slide110.xml" Id="R2cd8186823fe474d" /><Relationship Type="http://schemas.openxmlformats.org/officeDocument/2006/relationships/slide" Target="/ppt/slides/slide111.xml" Id="Rbdf8a8e31db248a1" /><Relationship Type="http://schemas.openxmlformats.org/officeDocument/2006/relationships/slide" Target="/ppt/slides/slide112.xml" Id="R0ea870c40d7d4e07" /><Relationship Type="http://schemas.openxmlformats.org/officeDocument/2006/relationships/slide" Target="/ppt/slides/slide113.xml" Id="Rc4d4341d785141f6" /><Relationship Type="http://schemas.openxmlformats.org/officeDocument/2006/relationships/slide" Target="/ppt/slides/slide114.xml" Id="R84f855df10d145ec" /><Relationship Type="http://schemas.openxmlformats.org/officeDocument/2006/relationships/slide" Target="/ppt/slides/slide115.xml" Id="R0c33ecfc067447ac" /><Relationship Type="http://schemas.openxmlformats.org/officeDocument/2006/relationships/slide" Target="/ppt/slides/slide116.xml" Id="Rea0a593beb3a406b" /><Relationship Type="http://schemas.openxmlformats.org/officeDocument/2006/relationships/slide" Target="/ppt/slides/slide117.xml" Id="Rea88dd7b91fd403a" /><Relationship Type="http://schemas.openxmlformats.org/officeDocument/2006/relationships/slide" Target="/ppt/slides/slide118.xml" Id="R40aab67c13c0476b" /><Relationship Type="http://schemas.openxmlformats.org/officeDocument/2006/relationships/slide" Target="/ppt/slides/slide119.xml" Id="R59aa5275783e4f94" /><Relationship Type="http://schemas.openxmlformats.org/officeDocument/2006/relationships/slide" Target="/ppt/slides/slide120.xml" Id="R1e591d26918e44aa" /><Relationship Type="http://schemas.openxmlformats.org/officeDocument/2006/relationships/slide" Target="/ppt/slides/slide121.xml" Id="R201a134a031e4489" /><Relationship Type="http://schemas.openxmlformats.org/officeDocument/2006/relationships/slide" Target="/ppt/slides/slide122.xml" Id="R806d74de96654fcb" /><Relationship Type="http://schemas.openxmlformats.org/officeDocument/2006/relationships/slide" Target="/ppt/slides/slide123.xml" Id="R51d347b2cdf449a5" /><Relationship Type="http://schemas.openxmlformats.org/officeDocument/2006/relationships/slide" Target="/ppt/slides/slide124.xml" Id="Rfdecaad6d2704c37" /><Relationship Type="http://schemas.openxmlformats.org/officeDocument/2006/relationships/slide" Target="/ppt/slides/slide125.xml" Id="Rc3e06e7b4e5f4df7" /><Relationship Type="http://schemas.openxmlformats.org/officeDocument/2006/relationships/slide" Target="/ppt/slides/slide126.xml" Id="R4973da4956fc47e6" /><Relationship Type="http://schemas.openxmlformats.org/officeDocument/2006/relationships/slide" Target="/ppt/slides/slide127.xml" Id="R7e9ea7e5ac64417e" /><Relationship Type="http://schemas.openxmlformats.org/officeDocument/2006/relationships/slide" Target="/ppt/slides/slide128.xml" Id="Ref939c6721f749d2" /><Relationship Type="http://schemas.openxmlformats.org/officeDocument/2006/relationships/slide" Target="/ppt/slides/slide129.xml" Id="R6e0c21dae1f54bb5" /><Relationship Type="http://schemas.openxmlformats.org/officeDocument/2006/relationships/slide" Target="/ppt/slides/slide130.xml" Id="R633f991ef7cf4071" /><Relationship Type="http://schemas.openxmlformats.org/officeDocument/2006/relationships/slide" Target="/ppt/slides/slide131.xml" Id="R037eed08a7d34b5e" /><Relationship Type="http://schemas.openxmlformats.org/officeDocument/2006/relationships/slide" Target="/ppt/slides/slide132.xml" Id="Rba98f594de2a4356" /><Relationship Type="http://schemas.openxmlformats.org/officeDocument/2006/relationships/slide" Target="/ppt/slides/slide133.xml" Id="R1ba3a781e0d340d4" /><Relationship Type="http://schemas.openxmlformats.org/officeDocument/2006/relationships/slide" Target="/ppt/slides/slide134.xml" Id="Rbcb785dc66ba444b" /><Relationship Type="http://schemas.openxmlformats.org/officeDocument/2006/relationships/slide" Target="/ppt/slides/slide135.xml" Id="R24e7a1f043bf49bd" /><Relationship Type="http://schemas.openxmlformats.org/officeDocument/2006/relationships/slide" Target="/ppt/slides/slide136.xml" Id="Reb1d7c849ec24adc" /><Relationship Type="http://schemas.openxmlformats.org/officeDocument/2006/relationships/slide" Target="/ppt/slides/slide137.xml" Id="R28e72a09add940fe" /><Relationship Type="http://schemas.openxmlformats.org/officeDocument/2006/relationships/slide" Target="/ppt/slides/slide138.xml" Id="R455632cf7982457a" /><Relationship Type="http://schemas.openxmlformats.org/officeDocument/2006/relationships/slide" Target="/ppt/slides/slide139.xml" Id="R30879af4ada14064" /><Relationship Type="http://schemas.openxmlformats.org/officeDocument/2006/relationships/slide" Target="/ppt/slides/slide140.xml" Id="R16565bf1a16b40e7" /><Relationship Type="http://schemas.openxmlformats.org/officeDocument/2006/relationships/slide" Target="/ppt/slides/slide141.xml" Id="R06a2e8b0231844fd" /><Relationship Type="http://schemas.openxmlformats.org/officeDocument/2006/relationships/slide" Target="/ppt/slides/slide142.xml" Id="R970ead6414444c5f" /><Relationship Type="http://schemas.openxmlformats.org/officeDocument/2006/relationships/slide" Target="/ppt/slides/slide143.xml" Id="R019b063442f44efc" /><Relationship Type="http://schemas.openxmlformats.org/officeDocument/2006/relationships/slide" Target="/ppt/slides/slide144.xml" Id="R75c392bf3d5c423b" /><Relationship Type="http://schemas.openxmlformats.org/officeDocument/2006/relationships/slide" Target="/ppt/slides/slide145.xml" Id="R627fd7698f184fe8" /><Relationship Type="http://schemas.openxmlformats.org/officeDocument/2006/relationships/slide" Target="/ppt/slides/slide146.xml" Id="R26f5c6dd18514665" /><Relationship Type="http://schemas.openxmlformats.org/officeDocument/2006/relationships/slide" Target="/ppt/slides/slide147.xml" Id="R379e3bd39c6a4445" /><Relationship Type="http://schemas.openxmlformats.org/officeDocument/2006/relationships/slide" Target="/ppt/slides/slide148.xml" Id="R62acddd63cad4505" /><Relationship Type="http://schemas.openxmlformats.org/officeDocument/2006/relationships/slide" Target="/ppt/slides/slide149.xml" Id="Rc65c360beff64a25" /><Relationship Type="http://schemas.openxmlformats.org/officeDocument/2006/relationships/slide" Target="/ppt/slides/slide150.xml" Id="R76851b5e85ae460f" /><Relationship Type="http://schemas.openxmlformats.org/officeDocument/2006/relationships/slide" Target="/ppt/slides/slide151.xml" Id="Rf23e15a8273740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f3d5629f6546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89e0bdeecc4250" /><Relationship Type="http://schemas.openxmlformats.org/officeDocument/2006/relationships/notesMaster" Target="/ppt/notesMasters/notesMaster1.xml" Id="R64f104c70daa42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b0b2290d144c81" /><Relationship Type="http://schemas.openxmlformats.org/officeDocument/2006/relationships/notesMaster" Target="/ppt/notesMasters/notesMaster1.xml" Id="R8a0e4b9dd5c948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9fbf2faedd4acd" /><Relationship Type="http://schemas.openxmlformats.org/officeDocument/2006/relationships/notesMaster" Target="/ppt/notesMasters/notesMaster1.xml" Id="R1855f91831944e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8b30142f1f4d4c" /><Relationship Type="http://schemas.openxmlformats.org/officeDocument/2006/relationships/notesMaster" Target="/ppt/notesMasters/notesMaster1.xml" Id="Ra1ee959f884b44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e94767a0ef489e" /><Relationship Type="http://schemas.openxmlformats.org/officeDocument/2006/relationships/notesMaster" Target="/ppt/notesMasters/notesMaster1.xml" Id="R2c794ae7ca194a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ba10f4138b4d5d" /><Relationship Type="http://schemas.openxmlformats.org/officeDocument/2006/relationships/notesMaster" Target="/ppt/notesMasters/notesMaster1.xml" Id="Rc045732c44e14c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a5722a4416431d" /><Relationship Type="http://schemas.openxmlformats.org/officeDocument/2006/relationships/notesMaster" Target="/ppt/notesMasters/notesMaster1.xml" Id="Rdc3913d6b6a240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0fcc9731f94fff" /><Relationship Type="http://schemas.openxmlformats.org/officeDocument/2006/relationships/notesMaster" Target="/ppt/notesMasters/notesMaster1.xml" Id="R072de612fed944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a4cad1b7884ff9" /><Relationship Type="http://schemas.openxmlformats.org/officeDocument/2006/relationships/notesMaster" Target="/ppt/notesMasters/notesMaster1.xml" Id="Rd4f5300918c945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1e246fd4734731" /><Relationship Type="http://schemas.openxmlformats.org/officeDocument/2006/relationships/notesMaster" Target="/ppt/notesMasters/notesMaster1.xml" Id="Rbeac3fa58f424a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5613aea0bf46ee" /><Relationship Type="http://schemas.openxmlformats.org/officeDocument/2006/relationships/notesMaster" Target="/ppt/notesMasters/notesMaster1.xml" Id="Rc19e0dd28d1a45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9722aa02d344a2" /><Relationship Type="http://schemas.openxmlformats.org/officeDocument/2006/relationships/notesMaster" Target="/ppt/notesMasters/notesMaster1.xml" Id="R98e5795cc64448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646118463949af" /><Relationship Type="http://schemas.openxmlformats.org/officeDocument/2006/relationships/notesMaster" Target="/ppt/notesMasters/notesMaster1.xml" Id="Rb7bab255e9bf4e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d180b51bd042e5" /><Relationship Type="http://schemas.openxmlformats.org/officeDocument/2006/relationships/notesMaster" Target="/ppt/notesMasters/notesMaster1.xml" Id="R898575a6ea6944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9648b4a4d044d2" /><Relationship Type="http://schemas.openxmlformats.org/officeDocument/2006/relationships/notesMaster" Target="/ppt/notesMasters/notesMaster1.xml" Id="R01744e4ddab34f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7aaa37a63f4aca" /><Relationship Type="http://schemas.openxmlformats.org/officeDocument/2006/relationships/notesMaster" Target="/ppt/notesMasters/notesMaster1.xml" Id="R0a30aa113d5a40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c28e4413bd4f47" /><Relationship Type="http://schemas.openxmlformats.org/officeDocument/2006/relationships/notesMaster" Target="/ppt/notesMasters/notesMaster1.xml" Id="Ra64cbf36ca8744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2d093e0e434717" /><Relationship Type="http://schemas.openxmlformats.org/officeDocument/2006/relationships/notesMaster" Target="/ppt/notesMasters/notesMaster1.xml" Id="R28274e8b4a864b9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472ac7046349e8" /><Relationship Type="http://schemas.openxmlformats.org/officeDocument/2006/relationships/notesMaster" Target="/ppt/notesMasters/notesMaster1.xml" Id="R1433ab3825b3472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21ebb0f9cc4cdf" /><Relationship Type="http://schemas.openxmlformats.org/officeDocument/2006/relationships/notesMaster" Target="/ppt/notesMasters/notesMaster1.xml" Id="R93f1fdfdda0d48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ba333ac2c9a46e9" /><Relationship Type="http://schemas.openxmlformats.org/officeDocument/2006/relationships/notesMaster" Target="/ppt/notesMasters/notesMaster1.xml" Id="R9d02579e729a479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8993ceb39db4f6a" /><Relationship Type="http://schemas.openxmlformats.org/officeDocument/2006/relationships/notesMaster" Target="/ppt/notesMasters/notesMaster1.xml" Id="Rfb2268a3dd0e451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adb1835d9aa49fd" /><Relationship Type="http://schemas.openxmlformats.org/officeDocument/2006/relationships/notesMaster" Target="/ppt/notesMasters/notesMaster1.xml" Id="R027c58527b5640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041e152fa44fa1" /><Relationship Type="http://schemas.openxmlformats.org/officeDocument/2006/relationships/notesMaster" Target="/ppt/notesMasters/notesMaster1.xml" Id="Re1c82575b4db478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9416af2b7884ef9" /><Relationship Type="http://schemas.openxmlformats.org/officeDocument/2006/relationships/notesMaster" Target="/ppt/notesMasters/notesMaster1.xml" Id="Rca6ea3ee39d341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7dd66a0ca9642e4" /><Relationship Type="http://schemas.openxmlformats.org/officeDocument/2006/relationships/notesMaster" Target="/ppt/notesMasters/notesMaster1.xml" Id="Rf08162d9a53d409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fca5ee9c30d41ad" /><Relationship Type="http://schemas.openxmlformats.org/officeDocument/2006/relationships/notesMaster" Target="/ppt/notesMasters/notesMaster1.xml" Id="R585752007b0043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eb2d889bb5a4cb3" /><Relationship Type="http://schemas.openxmlformats.org/officeDocument/2006/relationships/notesMaster" Target="/ppt/notesMasters/notesMaster1.xml" Id="Rfd6b30eaf4cc4dc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24cf46a73c84ade" /><Relationship Type="http://schemas.openxmlformats.org/officeDocument/2006/relationships/notesMaster" Target="/ppt/notesMasters/notesMaster1.xml" Id="Rda0c18c646294da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c6e07be09ed4da7" /><Relationship Type="http://schemas.openxmlformats.org/officeDocument/2006/relationships/notesMaster" Target="/ppt/notesMasters/notesMaster1.xml" Id="R37cca3cee7904b1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abf6868a22e4f63" /><Relationship Type="http://schemas.openxmlformats.org/officeDocument/2006/relationships/notesMaster" Target="/ppt/notesMasters/notesMaster1.xml" Id="R1f73439f20fc4c7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5e8b7b9fb0646df" /><Relationship Type="http://schemas.openxmlformats.org/officeDocument/2006/relationships/notesMaster" Target="/ppt/notesMasters/notesMaster1.xml" Id="R06d52e1935794b1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24a1086ea274aa2" /><Relationship Type="http://schemas.openxmlformats.org/officeDocument/2006/relationships/notesMaster" Target="/ppt/notesMasters/notesMaster1.xml" Id="R481e673d5334405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ef2196485c94391" /><Relationship Type="http://schemas.openxmlformats.org/officeDocument/2006/relationships/notesMaster" Target="/ppt/notesMasters/notesMaster1.xml" Id="R8f831c0f889b432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f6d17b3a7f64d61" /><Relationship Type="http://schemas.openxmlformats.org/officeDocument/2006/relationships/notesMaster" Target="/ppt/notesMasters/notesMaster1.xml" Id="R68e89ad3de74416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e3020bcc8ff4872" /><Relationship Type="http://schemas.openxmlformats.org/officeDocument/2006/relationships/notesMaster" Target="/ppt/notesMasters/notesMaster1.xml" Id="Rc35f8cd97d8040e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0e8dcf0cc1141cc" /><Relationship Type="http://schemas.openxmlformats.org/officeDocument/2006/relationships/notesMaster" Target="/ppt/notesMasters/notesMaster1.xml" Id="Rcae038237806478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6b678e065e5464c" /><Relationship Type="http://schemas.openxmlformats.org/officeDocument/2006/relationships/notesMaster" Target="/ppt/notesMasters/notesMaster1.xml" Id="R95cd975643e8410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762296053064d78" /><Relationship Type="http://schemas.openxmlformats.org/officeDocument/2006/relationships/notesMaster" Target="/ppt/notesMasters/notesMaster1.xml" Id="R99e9a434467049b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08ba9367e444bd5" /><Relationship Type="http://schemas.openxmlformats.org/officeDocument/2006/relationships/notesMaster" Target="/ppt/notesMasters/notesMaster1.xml" Id="Rcede2c85610c4b6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2e1e14f92e24fa1" /><Relationship Type="http://schemas.openxmlformats.org/officeDocument/2006/relationships/notesMaster" Target="/ppt/notesMasters/notesMaster1.xml" Id="R0f76cd83e4254ea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5035cac44664bfd" /><Relationship Type="http://schemas.openxmlformats.org/officeDocument/2006/relationships/notesMaster" Target="/ppt/notesMasters/notesMaster1.xml" Id="R50351fc7d8654ea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abf153a89b34fb0" /><Relationship Type="http://schemas.openxmlformats.org/officeDocument/2006/relationships/notesMaster" Target="/ppt/notesMasters/notesMaster1.xml" Id="Rf42bb1bdbd1c45c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a51ec5df6104b57" /><Relationship Type="http://schemas.openxmlformats.org/officeDocument/2006/relationships/notesMaster" Target="/ppt/notesMasters/notesMaster1.xml" Id="Rada4860263e34df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1d0ac46b7424417" /><Relationship Type="http://schemas.openxmlformats.org/officeDocument/2006/relationships/notesMaster" Target="/ppt/notesMasters/notesMaster1.xml" Id="R9c13ac82b26a4a6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f90988e978a4550" /><Relationship Type="http://schemas.openxmlformats.org/officeDocument/2006/relationships/notesMaster" Target="/ppt/notesMasters/notesMaster1.xml" Id="R10270d334d114bd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a8fa80ce3f3467e" /><Relationship Type="http://schemas.openxmlformats.org/officeDocument/2006/relationships/notesMaster" Target="/ppt/notesMasters/notesMaster1.xml" Id="R31841aa8b71a4e9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740b06789434724" /><Relationship Type="http://schemas.openxmlformats.org/officeDocument/2006/relationships/notesMaster" Target="/ppt/notesMasters/notesMaster1.xml" Id="R6a2e891fc7c84d0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64bf7afe0094d35" /><Relationship Type="http://schemas.openxmlformats.org/officeDocument/2006/relationships/notesMaster" Target="/ppt/notesMasters/notesMaster1.xml" Id="R14f58211ae374a8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d02019cc6074a20" /><Relationship Type="http://schemas.openxmlformats.org/officeDocument/2006/relationships/notesMaster" Target="/ppt/notesMasters/notesMaster1.xml" Id="R8fecfb57a0da4a6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863bba0a1ec4ada" /><Relationship Type="http://schemas.openxmlformats.org/officeDocument/2006/relationships/notesMaster" Target="/ppt/notesMasters/notesMaster1.xml" Id="R6208a65d1aac4a8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366367c5e614a7f" /><Relationship Type="http://schemas.openxmlformats.org/officeDocument/2006/relationships/notesMaster" Target="/ppt/notesMasters/notesMaster1.xml" Id="Rdeef308949e245b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839da02efb442bb" /><Relationship Type="http://schemas.openxmlformats.org/officeDocument/2006/relationships/notesMaster" Target="/ppt/notesMasters/notesMaster1.xml" Id="R91398f3737274e6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79309d693914c9b" /><Relationship Type="http://schemas.openxmlformats.org/officeDocument/2006/relationships/notesMaster" Target="/ppt/notesMasters/notesMaster1.xml" Id="Rc47691cc567b41d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cec31a9d30e42db" /><Relationship Type="http://schemas.openxmlformats.org/officeDocument/2006/relationships/notesMaster" Target="/ppt/notesMasters/notesMaster1.xml" Id="R37b99a564563483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9b95f455b5f43c7" /><Relationship Type="http://schemas.openxmlformats.org/officeDocument/2006/relationships/notesMaster" Target="/ppt/notesMasters/notesMaster1.xml" Id="Re6f936b8fc2c46d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52265885bc34209" /><Relationship Type="http://schemas.openxmlformats.org/officeDocument/2006/relationships/notesMaster" Target="/ppt/notesMasters/notesMaster1.xml" Id="Rc6feb4dbe836403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c8873ba08ae4d19" /><Relationship Type="http://schemas.openxmlformats.org/officeDocument/2006/relationships/notesMaster" Target="/ppt/notesMasters/notesMaster1.xml" Id="Ra35ed699143842d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f9b551240c24e40" /><Relationship Type="http://schemas.openxmlformats.org/officeDocument/2006/relationships/notesMaster" Target="/ppt/notesMasters/notesMaster1.xml" Id="Ra1e26fd397a940b4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913da09fc6042b8" /><Relationship Type="http://schemas.openxmlformats.org/officeDocument/2006/relationships/notesMaster" Target="/ppt/notesMasters/notesMaster1.xml" Id="R8a4a7485d29e4b3b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cdf817b0b148449f" /><Relationship Type="http://schemas.openxmlformats.org/officeDocument/2006/relationships/notesMaster" Target="/ppt/notesMasters/notesMaster1.xml" Id="Rec08fda1c3f14c2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25a923146ae4e4d" /><Relationship Type="http://schemas.openxmlformats.org/officeDocument/2006/relationships/notesMaster" Target="/ppt/notesMasters/notesMaster1.xml" Id="R35122569737349b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a5eca8f81d747aa" /><Relationship Type="http://schemas.openxmlformats.org/officeDocument/2006/relationships/notesMaster" Target="/ppt/notesMasters/notesMaster1.xml" Id="Ra10ff0fc93ad459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0a7281e756334f5a" /><Relationship Type="http://schemas.openxmlformats.org/officeDocument/2006/relationships/notesMaster" Target="/ppt/notesMasters/notesMaster1.xml" Id="R6b444a5c97bf45b3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72b6d2ab39aa42d3" /><Relationship Type="http://schemas.openxmlformats.org/officeDocument/2006/relationships/notesMaster" Target="/ppt/notesMasters/notesMaster1.xml" Id="R66bf2d66bb1548b9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74f6fd022c00401f" /><Relationship Type="http://schemas.openxmlformats.org/officeDocument/2006/relationships/notesMaster" Target="/ppt/notesMasters/notesMaster1.xml" Id="R7ef06212482e4e03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9d776fa420d416b" /><Relationship Type="http://schemas.openxmlformats.org/officeDocument/2006/relationships/notesMaster" Target="/ppt/notesMasters/notesMaster1.xml" Id="Rb95e7d16d40e4c7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446601fc57bc40d0" /><Relationship Type="http://schemas.openxmlformats.org/officeDocument/2006/relationships/notesMaster" Target="/ppt/notesMasters/notesMaster1.xml" Id="R734c07d49a664452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bcf1f44395c64e27" /><Relationship Type="http://schemas.openxmlformats.org/officeDocument/2006/relationships/notesMaster" Target="/ppt/notesMasters/notesMaster1.xml" Id="R065a2c7a6aa1475d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77ed22413e924b52" /><Relationship Type="http://schemas.openxmlformats.org/officeDocument/2006/relationships/notesMaster" Target="/ppt/notesMasters/notesMaster1.xml" Id="R613222329b994d67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e1329c4aa0364555" /><Relationship Type="http://schemas.openxmlformats.org/officeDocument/2006/relationships/notesMaster" Target="/ppt/notesMasters/notesMaster1.xml" Id="R88ed2fba32ad4852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6c0b59bf82bd462c" /><Relationship Type="http://schemas.openxmlformats.org/officeDocument/2006/relationships/notesMaster" Target="/ppt/notesMasters/notesMaster1.xml" Id="R8c1a5a612dbe4a77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24d0cfbe5aaa4022" /><Relationship Type="http://schemas.openxmlformats.org/officeDocument/2006/relationships/notesMaster" Target="/ppt/notesMasters/notesMaster1.xml" Id="Rc0514fc8b5b34be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ed4dbb78705c4901" /><Relationship Type="http://schemas.openxmlformats.org/officeDocument/2006/relationships/notesMaster" Target="/ppt/notesMasters/notesMaster1.xml" Id="R14c0e607be204aeb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4594ae6d4e2546ee" /><Relationship Type="http://schemas.openxmlformats.org/officeDocument/2006/relationships/notesMaster" Target="/ppt/notesMasters/notesMaster1.xml" Id="R8e0cbf6207004a27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7aa8cf9981c34aa7" /><Relationship Type="http://schemas.openxmlformats.org/officeDocument/2006/relationships/notesMaster" Target="/ppt/notesMasters/notesMaster1.xml" Id="Ra07717f35cb14b23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2ee8072a41b648c1" /><Relationship Type="http://schemas.openxmlformats.org/officeDocument/2006/relationships/notesMaster" Target="/ppt/notesMasters/notesMaster1.xml" Id="R683b0904afb64590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3fc2aafd730d44a8" /><Relationship Type="http://schemas.openxmlformats.org/officeDocument/2006/relationships/notesMaster" Target="/ppt/notesMasters/notesMaster1.xml" Id="R94c5424ef96e40f3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fcf14a8f78604040" /><Relationship Type="http://schemas.openxmlformats.org/officeDocument/2006/relationships/notesMaster" Target="/ppt/notesMasters/notesMaster1.xml" Id="Rfee11fb91aae4ea8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e7a9c2ddbc34f68" /><Relationship Type="http://schemas.openxmlformats.org/officeDocument/2006/relationships/notesMaster" Target="/ppt/notesMasters/notesMaster1.xml" Id="R64b9b72337a44b4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69d3bde648f481d" /><Relationship Type="http://schemas.openxmlformats.org/officeDocument/2006/relationships/notesMaster" Target="/ppt/notesMasters/notesMaster1.xml" Id="R330fd97b45854223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ca25d3ca9dae4d7a" /><Relationship Type="http://schemas.openxmlformats.org/officeDocument/2006/relationships/notesMaster" Target="/ppt/notesMasters/notesMaster1.xml" Id="R4426f6ca71874c0a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8ad6d9ad7e924c5f" /><Relationship Type="http://schemas.openxmlformats.org/officeDocument/2006/relationships/notesMaster" Target="/ppt/notesMasters/notesMaster1.xml" Id="R2fb3cd16b5154e1e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5e5937cec64c4376" /><Relationship Type="http://schemas.openxmlformats.org/officeDocument/2006/relationships/notesMaster" Target="/ppt/notesMasters/notesMaster1.xml" Id="R2925f8f20ffd4b2b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f9ed41a6525f481f" /><Relationship Type="http://schemas.openxmlformats.org/officeDocument/2006/relationships/notesMaster" Target="/ppt/notesMasters/notesMaster1.xml" Id="Rf7a9108701084599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aff263b62f504115" /><Relationship Type="http://schemas.openxmlformats.org/officeDocument/2006/relationships/notesMaster" Target="/ppt/notesMasters/notesMaster1.xml" Id="Rcc33c06698ba489c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7246b8c4880422c" /><Relationship Type="http://schemas.openxmlformats.org/officeDocument/2006/relationships/notesMaster" Target="/ppt/notesMasters/notesMaster1.xml" Id="R7bcba59f8a2640b8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7bce2c633c4d4882" /><Relationship Type="http://schemas.openxmlformats.org/officeDocument/2006/relationships/notesMaster" Target="/ppt/notesMasters/notesMaster1.xml" Id="Rba21db44d20f4ef3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8b08023650734d7b" /><Relationship Type="http://schemas.openxmlformats.org/officeDocument/2006/relationships/notesMaster" Target="/ppt/notesMasters/notesMaster1.xml" Id="R8f94d54c9eb3464b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2a0da319b8c144bb" /><Relationship Type="http://schemas.openxmlformats.org/officeDocument/2006/relationships/notesMaster" Target="/ppt/notesMasters/notesMaster1.xml" Id="R83a12d2338d64fe6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f475299c2e704b8b" /><Relationship Type="http://schemas.openxmlformats.org/officeDocument/2006/relationships/notesMaster" Target="/ppt/notesMasters/notesMaster1.xml" Id="Rb0e3794ef93145d6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554ed6e9086b4ab7" /><Relationship Type="http://schemas.openxmlformats.org/officeDocument/2006/relationships/notesMaster" Target="/ppt/notesMasters/notesMaster1.xml" Id="R6c53b15dd1954a6c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a0c72755bb864b30" /><Relationship Type="http://schemas.openxmlformats.org/officeDocument/2006/relationships/notesMaster" Target="/ppt/notesMasters/notesMaster1.xml" Id="R4eefe267df46486e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394458c28df54904" /><Relationship Type="http://schemas.openxmlformats.org/officeDocument/2006/relationships/notesMaster" Target="/ppt/notesMasters/notesMaster1.xml" Id="Rf8bd11594bc74d53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3efca5048dba454f" /><Relationship Type="http://schemas.openxmlformats.org/officeDocument/2006/relationships/notesMaster" Target="/ppt/notesMasters/notesMaster1.xml" Id="R2605725bd57a460c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b12b1077c8e74f1f" /><Relationship Type="http://schemas.openxmlformats.org/officeDocument/2006/relationships/notesMaster" Target="/ppt/notesMasters/notesMaster1.xml" Id="R129adf4810944a8a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5eec1e9e8bc64840" /><Relationship Type="http://schemas.openxmlformats.org/officeDocument/2006/relationships/notesMaster" Target="/ppt/notesMasters/notesMaster1.xml" Id="R7fb0592166314b95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49502ab65adc4e55" /><Relationship Type="http://schemas.openxmlformats.org/officeDocument/2006/relationships/notesMaster" Target="/ppt/notesMasters/notesMaster1.xml" Id="R78752435212e4d81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f59f2fbb86cd4aa0" /><Relationship Type="http://schemas.openxmlformats.org/officeDocument/2006/relationships/notesMaster" Target="/ppt/notesMasters/notesMaster1.xml" Id="Rd83899969a924641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985efde1e6db40b9" /><Relationship Type="http://schemas.openxmlformats.org/officeDocument/2006/relationships/notesMaster" Target="/ppt/notesMasters/notesMaster1.xml" Id="R61864ba8c4e74964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bb474b4c51984252" /><Relationship Type="http://schemas.openxmlformats.org/officeDocument/2006/relationships/notesMaster" Target="/ppt/notesMasters/notesMaster1.xml" Id="R58b0b360e89646e9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c5e2ed15b36e4fc7" /><Relationship Type="http://schemas.openxmlformats.org/officeDocument/2006/relationships/notesMaster" Target="/ppt/notesMasters/notesMaster1.xml" Id="Rea727c197bc241c5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0923d4e048d84130" /><Relationship Type="http://schemas.openxmlformats.org/officeDocument/2006/relationships/notesMaster" Target="/ppt/notesMasters/notesMaster1.xml" Id="Ra2f689034bff4c85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1828a137add54ab0" /><Relationship Type="http://schemas.openxmlformats.org/officeDocument/2006/relationships/notesMaster" Target="/ppt/notesMasters/notesMaster1.xml" Id="R33efd1a00a5541bb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ea20efb1369a4562" /><Relationship Type="http://schemas.openxmlformats.org/officeDocument/2006/relationships/notesMaster" Target="/ppt/notesMasters/notesMaster1.xml" Id="R1d1ece664cb64649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a1405e53f3214bdf" /><Relationship Type="http://schemas.openxmlformats.org/officeDocument/2006/relationships/notesMaster" Target="/ppt/notesMasters/notesMaster1.xml" Id="R1a8200ddcb704520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2e260e4f5b454d34" /><Relationship Type="http://schemas.openxmlformats.org/officeDocument/2006/relationships/notesMaster" Target="/ppt/notesMasters/notesMaster1.xml" Id="R79e955e32df7428c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5eed1ef4f18b4f22" /><Relationship Type="http://schemas.openxmlformats.org/officeDocument/2006/relationships/notesMaster" Target="/ppt/notesMasters/notesMaster1.xml" Id="Re6b7f233868644d6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4dbdcc5738484a2b" /><Relationship Type="http://schemas.openxmlformats.org/officeDocument/2006/relationships/notesMaster" Target="/ppt/notesMasters/notesMaster1.xml" Id="Rccd94b120dfc4af2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e7143f730cce46f7" /><Relationship Type="http://schemas.openxmlformats.org/officeDocument/2006/relationships/notesMaster" Target="/ppt/notesMasters/notesMaster1.xml" Id="R19c16364a6864356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bf91c545c3244f63" /><Relationship Type="http://schemas.openxmlformats.org/officeDocument/2006/relationships/notesMaster" Target="/ppt/notesMasters/notesMaster1.xml" Id="Rbee061f0de53412d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6515ac628bd54260" /><Relationship Type="http://schemas.openxmlformats.org/officeDocument/2006/relationships/notesMaster" Target="/ppt/notesMasters/notesMaster1.xml" Id="Reeeeaa18b5fe4cf6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92dfbffabddd4e99" /><Relationship Type="http://schemas.openxmlformats.org/officeDocument/2006/relationships/notesMaster" Target="/ppt/notesMasters/notesMaster1.xml" Id="R244389271b2f411a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be6909100fee488a" /><Relationship Type="http://schemas.openxmlformats.org/officeDocument/2006/relationships/notesMaster" Target="/ppt/notesMasters/notesMaster1.xml" Id="R7b3cdfe6bc65471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fd281e42a8f44daa" /><Relationship Type="http://schemas.openxmlformats.org/officeDocument/2006/relationships/notesMaster" Target="/ppt/notesMasters/notesMaster1.xml" Id="Rdc565bc0a89a468c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b66458c6738a445e" /><Relationship Type="http://schemas.openxmlformats.org/officeDocument/2006/relationships/notesMaster" Target="/ppt/notesMasters/notesMaster1.xml" Id="R2b93469c393e4ecb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3d01e5a83530427d" /><Relationship Type="http://schemas.openxmlformats.org/officeDocument/2006/relationships/notesMaster" Target="/ppt/notesMasters/notesMaster1.xml" Id="Re0abb87253384207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ac42c1573de54bd5" /><Relationship Type="http://schemas.openxmlformats.org/officeDocument/2006/relationships/notesMaster" Target="/ppt/notesMasters/notesMaster1.xml" Id="Rff048fceb92c4b44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c1c3e0582e894144" /><Relationship Type="http://schemas.openxmlformats.org/officeDocument/2006/relationships/notesMaster" Target="/ppt/notesMasters/notesMaster1.xml" Id="Re737fee59a974d36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af4bb7593b11439e" /><Relationship Type="http://schemas.openxmlformats.org/officeDocument/2006/relationships/notesMaster" Target="/ppt/notesMasters/notesMaster1.xml" Id="R9f262010096e4eaf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ad2c05901c1c43af" /><Relationship Type="http://schemas.openxmlformats.org/officeDocument/2006/relationships/notesMaster" Target="/ppt/notesMasters/notesMaster1.xml" Id="Rf0acb747fba749c4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731a046fd5cc414a" /><Relationship Type="http://schemas.openxmlformats.org/officeDocument/2006/relationships/notesMaster" Target="/ppt/notesMasters/notesMaster1.xml" Id="R176cfc76a09f4684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2587117d4c9c4917" /><Relationship Type="http://schemas.openxmlformats.org/officeDocument/2006/relationships/notesMaster" Target="/ppt/notesMasters/notesMaster1.xml" Id="R107d13ea354b4003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2591333c522048ef" /><Relationship Type="http://schemas.openxmlformats.org/officeDocument/2006/relationships/notesMaster" Target="/ppt/notesMasters/notesMaster1.xml" Id="R4cb8447456cc45a1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1cdea5a506e74241" /><Relationship Type="http://schemas.openxmlformats.org/officeDocument/2006/relationships/notesMaster" Target="/ppt/notesMasters/notesMaster1.xml" Id="R1a6d08fdf4df49c3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e06089a3ac304584" /><Relationship Type="http://schemas.openxmlformats.org/officeDocument/2006/relationships/notesMaster" Target="/ppt/notesMasters/notesMaster1.xml" Id="R1f7c4dd8b5ce4f83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016fc39787f646a3" /><Relationship Type="http://schemas.openxmlformats.org/officeDocument/2006/relationships/notesMaster" Target="/ppt/notesMasters/notesMaster1.xml" Id="Rce82b1241c284d0b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502cf7e2b80a4623" /><Relationship Type="http://schemas.openxmlformats.org/officeDocument/2006/relationships/notesMaster" Target="/ppt/notesMasters/notesMaster1.xml" Id="R6cf91a854a3940ec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55f9551cadcd4efe" /><Relationship Type="http://schemas.openxmlformats.org/officeDocument/2006/relationships/notesMaster" Target="/ppt/notesMasters/notesMaster1.xml" Id="Raef39a0e004f44ae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58e3ad2f668843ec" /><Relationship Type="http://schemas.openxmlformats.org/officeDocument/2006/relationships/notesMaster" Target="/ppt/notesMasters/notesMaster1.xml" Id="Rf7a52f2d9cdd40b8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d418c6b115a0471e" /><Relationship Type="http://schemas.openxmlformats.org/officeDocument/2006/relationships/notesMaster" Target="/ppt/notesMasters/notesMaster1.xml" Id="R4726dbd1dee04811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30d12e207b754882" /><Relationship Type="http://schemas.openxmlformats.org/officeDocument/2006/relationships/notesMaster" Target="/ppt/notesMasters/notesMaster1.xml" Id="Rae407505ba1846da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b5453ccd168747fb" /><Relationship Type="http://schemas.openxmlformats.org/officeDocument/2006/relationships/notesMaster" Target="/ppt/notesMasters/notesMaster1.xml" Id="R80b5442755a649be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75eeb34699824a2f" /><Relationship Type="http://schemas.openxmlformats.org/officeDocument/2006/relationships/notesMaster" Target="/ppt/notesMasters/notesMaster1.xml" Id="R8d19b3a55f0542ba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199ce4535b7044a8" /><Relationship Type="http://schemas.openxmlformats.org/officeDocument/2006/relationships/notesMaster" Target="/ppt/notesMasters/notesMaster1.xml" Id="R9bf7d9d92db4456a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75185daf2f6242d5" /><Relationship Type="http://schemas.openxmlformats.org/officeDocument/2006/relationships/notesMaster" Target="/ppt/notesMasters/notesMaster1.xml" Id="R0e0cadad4b6f4eb3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70e2cf0c116f4cb8" /><Relationship Type="http://schemas.openxmlformats.org/officeDocument/2006/relationships/notesMaster" Target="/ppt/notesMasters/notesMaster1.xml" Id="Rdb27d7f3f40f48d1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7c2d1a17335148c5" /><Relationship Type="http://schemas.openxmlformats.org/officeDocument/2006/relationships/notesMaster" Target="/ppt/notesMasters/notesMaster1.xml" Id="R3582b15c375b4237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bf60ee40dd374462" /><Relationship Type="http://schemas.openxmlformats.org/officeDocument/2006/relationships/notesMaster" Target="/ppt/notesMasters/notesMaster1.xml" Id="R7530048c528d4646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553b074784404c90" /><Relationship Type="http://schemas.openxmlformats.org/officeDocument/2006/relationships/notesMaster" Target="/ppt/notesMasters/notesMaster1.xml" Id="R433310f5d8604e61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04cf8ba8f49e43fa" /><Relationship Type="http://schemas.openxmlformats.org/officeDocument/2006/relationships/notesMaster" Target="/ppt/notesMasters/notesMaster1.xml" Id="Rbc08a46279294221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24ff8a9ce76f4f36" /><Relationship Type="http://schemas.openxmlformats.org/officeDocument/2006/relationships/notesMaster" Target="/ppt/notesMasters/notesMaster1.xml" Id="Rfbe2085b632b4e83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3e5f7bf200e84e44" /><Relationship Type="http://schemas.openxmlformats.org/officeDocument/2006/relationships/notesMaster" Target="/ppt/notesMasters/notesMaster1.xml" Id="Rfd6041e933fc4410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764a3a301fc54b7c" /><Relationship Type="http://schemas.openxmlformats.org/officeDocument/2006/relationships/notesMaster" Target="/ppt/notesMasters/notesMaster1.xml" Id="Rc0deb95756ee4c93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c9ca12860fc34671" /><Relationship Type="http://schemas.openxmlformats.org/officeDocument/2006/relationships/notesMaster" Target="/ppt/notesMasters/notesMaster1.xml" Id="Rce97190b6fc34596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2811917eccae469b" /><Relationship Type="http://schemas.openxmlformats.org/officeDocument/2006/relationships/notesMaster" Target="/ppt/notesMasters/notesMaster1.xml" Id="Rb45d90527b16423f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80ed17a5228c4406" /><Relationship Type="http://schemas.openxmlformats.org/officeDocument/2006/relationships/notesMaster" Target="/ppt/notesMasters/notesMaster1.xml" Id="Rc129680dbfc14d4c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857c3c7b66694402" /><Relationship Type="http://schemas.openxmlformats.org/officeDocument/2006/relationships/notesMaster" Target="/ppt/notesMasters/notesMaster1.xml" Id="R5958e332d66a4a20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306741a03b204219" /><Relationship Type="http://schemas.openxmlformats.org/officeDocument/2006/relationships/notesMaster" Target="/ppt/notesMasters/notesMaster1.xml" Id="R07ceed5c29c54e1a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f5b49ca804034393" /><Relationship Type="http://schemas.openxmlformats.org/officeDocument/2006/relationships/notesMaster" Target="/ppt/notesMasters/notesMaster1.xml" Id="Rd3eb99611e474da0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bc12bfe736a34b48" /><Relationship Type="http://schemas.openxmlformats.org/officeDocument/2006/relationships/notesMaster" Target="/ppt/notesMasters/notesMaster1.xml" Id="R0cc83d2a41fb42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[课堂运行示例 / Classroom Demo]
课堂运行：课堂示例代码/第4章/ClassObjectDemo.java
创建两个 Rectangle 对象，修改各自的长宽，比较独立的成员变量。
[Sources]
Source concepts: user-provided chapter deck. Demo code: original instructional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[课堂运行示例 / Classroom Demo]
课堂运行：课堂示例代码/第4章/ConstructorDemo.java
分别调用无参和有参构造方法，观察对象初始化结果。
[Sources]
Source concepts: user-provided chapter deck. Demo code: original instructional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[课堂运行示例 / Classroom Demo]
课堂运行：课堂示例代码/第4章/ReferenceDemo.java
执行 second = first 前后分别修改对象，观察两个引用是否指向同一实体。
[Sources]
Source concepts: user-provided chapter deck. Demo code: original instructional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[课堂运行示例 / Classroom Demo]
课堂运行：课堂示例代码/第4章/CompositionDemo.java
让 Radio 组合 Battery，调用 play() 后观察电量变化。
[Sources]
Source concepts: user-provided chapter deck. Demo code: original instructional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[课堂运行示例 / Classroom Demo]
课堂运行：课堂示例代码/第4章/OverloadDemo.java
调用三个同名 area 方法，比较编译器如何按参数列表选择方法。
[Sources]
Source concepts: user-provided chapter deck. Demo code: original instructional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[编程题参考答案 / Reference Solution]</a:t>
            </a:r>
          </a:p>
          <a:p xmlns:a="http://schemas.openxmlformats.org/drawingml/2006/main">
            <a:r>
              <a:t>class RectangleAnswer {</a:t>
            </a:r>
          </a:p>
          <a:p xmlns:a="http://schemas.openxmlformats.org/drawingml/2006/main">
            <a:r>
              <a:t>    double width, height;</a:t>
            </a:r>
          </a:p>
          <a:p xmlns:a="http://schemas.openxmlformats.org/drawingml/2006/main">
            <a:r>
              <a:t>    RectangleAnswer(double width, double height) { this.width = width; this.height = height; }</a:t>
            </a:r>
          </a:p>
          <a:p xmlns:a="http://schemas.openxmlformats.org/drawingml/2006/main">
            <a:r>
              <a:t>    double area() { return width * height; }</a:t>
            </a:r>
          </a:p>
          <a:p xmlns:a="http://schemas.openxmlformats.org/drawingml/2006/main">
            <a:r>
              <a:t>    double perimeter() { return 2 * (width + height);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public class RectangleClassPracticeAnswer {</a:t>
            </a:r>
          </a:p>
          <a:p xmlns:a="http://schemas.openxmlformats.org/drawingml/2006/main">
            <a:r>
              <a:t>    public static void main(String[] args) {</a:t>
            </a:r>
          </a:p>
          <a:p xmlns:a="http://schemas.openxmlformats.org/drawingml/2006/main">
            <a:r>
              <a:t>        RectangleAnswer a = new RectangleAnswer(5, 3);</a:t>
            </a:r>
          </a:p>
          <a:p xmlns:a="http://schemas.openxmlformats.org/drawingml/2006/main">
            <a:r>
              <a:t>        RectangleAnswer b = new RectangleAnswer(8, 4);</a:t>
            </a:r>
          </a:p>
          <a:p xmlns:a="http://schemas.openxmlformats.org/drawingml/2006/main">
            <a:r>
              <a:t>        System.out.println(a.area() + ", " + a.perimeter());</a:t>
            </a:r>
          </a:p>
          <a:p xmlns:a="http://schemas.openxmlformats.org/drawingml/2006/main">
            <a:r>
              <a:t>        System.out.println(b.area() + ", " + b.perimeter());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exercise and 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[编程题参考答案 / Reference Solution]</a:t>
            </a:r>
          </a:p>
          <a:p xmlns:a="http://schemas.openxmlformats.org/drawingml/2006/main">
            <a:r>
              <a:t>class StudentAnswer {</a:t>
            </a:r>
          </a:p>
          <a:p xmlns:a="http://schemas.openxmlformats.org/drawingml/2006/main">
            <a:r>
              <a:t>    private String name;</a:t>
            </a:r>
          </a:p>
          <a:p xmlns:a="http://schemas.openxmlformats.org/drawingml/2006/main">
            <a:r>
              <a:t>    private int score;</a:t>
            </a:r>
          </a:p>
          <a:p xmlns:a="http://schemas.openxmlformats.org/drawingml/2006/main">
            <a:r>
              <a:t>    StudentAnswer(String name, int score) { this.name = name; setScore(score); }</a:t>
            </a:r>
          </a:p>
          <a:p xmlns:a="http://schemas.openxmlformats.org/drawingml/2006/main">
            <a:r>
              <a:t>    String getName() { return name; }</a:t>
            </a:r>
          </a:p>
          <a:p xmlns:a="http://schemas.openxmlformats.org/drawingml/2006/main">
            <a:r>
              <a:t>    int getScore() { return score; }</a:t>
            </a:r>
          </a:p>
          <a:p xmlns:a="http://schemas.openxmlformats.org/drawingml/2006/main">
            <a:r>
              <a:t>    void setScore(int score) { if (score &gt;= 0 &amp;&amp; score &lt;= 100) this.score = score;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public class StudentEncapsulationPracticeAnswer {</a:t>
            </a:r>
          </a:p>
          <a:p xmlns:a="http://schemas.openxmlformats.org/drawingml/2006/main">
            <a:r>
              <a:t>    public static void main(String[] args) {</a:t>
            </a:r>
          </a:p>
          <a:p xmlns:a="http://schemas.openxmlformats.org/drawingml/2006/main">
            <a:r>
              <a:t>        StudentAnswer s = new StudentAnswer("Li Ming", 88);</a:t>
            </a:r>
          </a:p>
          <a:p xmlns:a="http://schemas.openxmlformats.org/drawingml/2006/main">
            <a:r>
              <a:t>        s.setScore(95);</a:t>
            </a:r>
          </a:p>
          <a:p xmlns:a="http://schemas.openxmlformats.org/drawingml/2006/main">
            <a:r>
              <a:t>        System.out.println(s.getName() + ": " + s.getScore());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exercise and 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[编程题参考答案 / Reference Solution]</a:t>
            </a:r>
          </a:p>
          <a:p xmlns:a="http://schemas.openxmlformats.org/drawingml/2006/main">
            <a:r>
              <a:t>class BatteryAnswer { int power; BatteryAnswer(int power) { this.power = power; } }</a:t>
            </a:r>
          </a:p>
          <a:p xmlns:a="http://schemas.openxmlformats.org/drawingml/2006/main">
            <a:r>
              <a:t>class RadioAnswer {</a:t>
            </a:r>
          </a:p>
          <a:p xmlns:a="http://schemas.openxmlformats.org/drawingml/2006/main">
            <a:r>
              <a:t>    private BatteryAnswer battery;</a:t>
            </a:r>
          </a:p>
          <a:p xmlns:a="http://schemas.openxmlformats.org/drawingml/2006/main">
            <a:r>
              <a:t>    RadioAnswer(BatteryAnswer battery) { this.battery = battery; }</a:t>
            </a:r>
          </a:p>
          <a:p xmlns:a="http://schemas.openxmlformats.org/drawingml/2006/main">
            <a:r>
              <a:t>    void play() {</a:t>
            </a:r>
          </a:p>
          <a:p xmlns:a="http://schemas.openxmlformats.org/drawingml/2006/main">
            <a:r>
              <a:t>        if (battery.power &gt;= 10) { battery.power -= 10; System.out.println("播放中，电量：" + battery.power); }</a:t>
            </a:r>
          </a:p>
          <a:p xmlns:a="http://schemas.openxmlformats.org/drawingml/2006/main">
            <a:r>
              <a:t>        else System.out.println("电量不足");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public class BatteryRadioPracticeAnswer {</a:t>
            </a:r>
          </a:p>
          <a:p xmlns:a="http://schemas.openxmlformats.org/drawingml/2006/main">
            <a:r>
              <a:t>    public static void main(String[] args) {</a:t>
            </a:r>
          </a:p>
          <a:p xmlns:a="http://schemas.openxmlformats.org/drawingml/2006/main">
            <a:r>
              <a:t>        RadioAnswer radio = new RadioAnswer(new BatteryAnswer(20));</a:t>
            </a:r>
          </a:p>
          <a:p xmlns:a="http://schemas.openxmlformats.org/drawingml/2006/main">
            <a:r>
              <a:t>        radio.play(); radio.play(); radio.play();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exercise and 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[编程题参考答案 / Reference Solution]</a:t>
            </a:r>
          </a:p>
          <a:p xmlns:a="http://schemas.openxmlformats.org/drawingml/2006/main">
            <a:r>
              <a:t>class AreaCalculatorAnswer {</a:t>
            </a:r>
          </a:p>
          <a:p xmlns:a="http://schemas.openxmlformats.org/drawingml/2006/main">
            <a:r>
              <a:t>    int area(int side) { return side * side; }</a:t>
            </a:r>
          </a:p>
          <a:p xmlns:a="http://schemas.openxmlformats.org/drawingml/2006/main">
            <a:r>
              <a:t>    int area(int width, int height) { return width * height; }</a:t>
            </a:r>
          </a:p>
          <a:p xmlns:a="http://schemas.openxmlformats.org/drawingml/2006/main">
            <a:r>
              <a:t>    double area(double radius) { return Math.PI * radius * radius;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public class MethodOverloadPracticeAnswer {</a:t>
            </a:r>
          </a:p>
          <a:p xmlns:a="http://schemas.openxmlformats.org/drawingml/2006/main">
            <a:r>
              <a:t>    public static void main(String[] args) {</a:t>
            </a:r>
          </a:p>
          <a:p xmlns:a="http://schemas.openxmlformats.org/drawingml/2006/main">
            <a:r>
              <a:t>        AreaCalculatorAnswer c = new AreaCalculatorAnswer();</a:t>
            </a:r>
          </a:p>
          <a:p xmlns:a="http://schemas.openxmlformats.org/drawingml/2006/main">
            <a:r>
              <a:t>        System.out.println(c.area(5));</a:t>
            </a:r>
          </a:p>
          <a:p xmlns:a="http://schemas.openxmlformats.org/drawingml/2006/main">
            <a:r>
              <a:t>        System.out.println(c.area(5, 3));</a:t>
            </a:r>
          </a:p>
          <a:p xmlns:a="http://schemas.openxmlformats.org/drawingml/2006/main">
            <a:r>
              <a:t>        System.out.println(c.area(2.5));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exercise and 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29fb9812b49bb" /></Relationships>
</file>

<file path=ppt/slideLayouts/slideLayout1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d32f8c502240f3" /><Relationship Type="http://schemas.openxmlformats.org/officeDocument/2006/relationships/slideLayout" Target="/ppt/slideLayouts/slideLayout1.xml" Id="R268be920be744a5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8be920be744a5f"/>
  </p:sldLayoutIdLst>
  <p:hf sldNum="0" hdr="0" ftr="0" dt="0"/>
  <p:txStyles>
    <p:titleStyle>
      <a:lvl1pPr xmlns:a="http://schemas.openxmlformats.org/drawingml/2006/main" algn="ctr" defTabSz="914400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a0902b6fd4cac" /><Relationship Type="http://schemas.openxmlformats.org/officeDocument/2006/relationships/notesSlide" Target="/ppt/notesSlides/notesSlide1.xml" Id="R1b854146994348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5ee55094f478f" /><Relationship Type="http://schemas.openxmlformats.org/officeDocument/2006/relationships/notesSlide" Target="/ppt/notesSlides/notesSlide2.xml" Id="Rcbd3c179eaec48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c303391204252" /><Relationship Type="http://schemas.openxmlformats.org/officeDocument/2006/relationships/notesSlide" Target="/ppt/notesSlides/notesSlide3.xml" Id="Re1748d7d78d146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365d603a645a2" /><Relationship Type="http://schemas.openxmlformats.org/officeDocument/2006/relationships/notesSlide" Target="/ppt/notesSlides/notesSlide4.xml" Id="R4d7d31775cb042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01b2337d5482a" /><Relationship Type="http://schemas.openxmlformats.org/officeDocument/2006/relationships/notesSlide" Target="/ppt/notesSlides/notesSlide5.xml" Id="R4b58bec229fa41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fb664f5a24850" /><Relationship Type="http://schemas.openxmlformats.org/officeDocument/2006/relationships/image" Target="/ppt/media/image.png" Id="R47b20499114a4d8f" /><Relationship Type="http://schemas.openxmlformats.org/officeDocument/2006/relationships/notesSlide" Target="/ppt/notesSlides/notesSlide6.xml" Id="R85ea48a964184c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82b9fcd914811" /><Relationship Type="http://schemas.openxmlformats.org/officeDocument/2006/relationships/notesSlide" Target="/ppt/notesSlides/notesSlide7.xml" Id="R4db68d9a509f45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9069d7b424cc7" /><Relationship Type="http://schemas.openxmlformats.org/officeDocument/2006/relationships/notesSlide" Target="/ppt/notesSlides/notesSlide8.xml" Id="R747ff51db88f4f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5ad042b9c43c9" /><Relationship Type="http://schemas.openxmlformats.org/officeDocument/2006/relationships/image" Target="/ppt/media/image2.png" Id="R3d48fa97a04e4c3b" /><Relationship Type="http://schemas.openxmlformats.org/officeDocument/2006/relationships/notesSlide" Target="/ppt/notesSlides/notesSlide9.xml" Id="Rc4f20dee260c49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73eda94c046be" /><Relationship Type="http://schemas.openxmlformats.org/officeDocument/2006/relationships/notesSlide" Target="/ppt/notesSlides/notesSlide10.xml" Id="R87997ef1d06b4b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79f707a2a4b8e" /><Relationship Type="http://schemas.openxmlformats.org/officeDocument/2006/relationships/image" Target="/ppt/media/image3.png" Id="R09ed38d52d61408f" /><Relationship Type="http://schemas.openxmlformats.org/officeDocument/2006/relationships/notesSlide" Target="/ppt/notesSlides/notesSlide11.xml" Id="R7c1b7f98e7da41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fad4ae6634186" /><Relationship Type="http://schemas.openxmlformats.org/officeDocument/2006/relationships/notesSlide" Target="/ppt/notesSlides/notesSlide12.xml" Id="Rda11bd96af1244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0db54678c46ca" /><Relationship Type="http://schemas.openxmlformats.org/officeDocument/2006/relationships/notesSlide" Target="/ppt/notesSlides/notesSlide13.xml" Id="R59d5f20dfc3840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c7961d02041c9" /><Relationship Type="http://schemas.openxmlformats.org/officeDocument/2006/relationships/image" Target="/ppt/media/image4.png" Id="R6046c26f3e9349de" /><Relationship Type="http://schemas.openxmlformats.org/officeDocument/2006/relationships/notesSlide" Target="/ppt/notesSlides/notesSlide14.xml" Id="R4413a52340374b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b9602c1de4618" /><Relationship Type="http://schemas.openxmlformats.org/officeDocument/2006/relationships/image" Target="/ppt/media/image5.png" Id="R243bfdc563c149ae" /><Relationship Type="http://schemas.openxmlformats.org/officeDocument/2006/relationships/notesSlide" Target="/ppt/notesSlides/notesSlide15.xml" Id="Rd78d178c795b4a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0282c8922458c" /><Relationship Type="http://schemas.openxmlformats.org/officeDocument/2006/relationships/image" Target="/ppt/media/image6.png" Id="R308319f9ce224207" /><Relationship Type="http://schemas.openxmlformats.org/officeDocument/2006/relationships/notesSlide" Target="/ppt/notesSlides/notesSlide16.xml" Id="Ra759236bf73f42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7feddd56b4b00" /><Relationship Type="http://schemas.openxmlformats.org/officeDocument/2006/relationships/notesSlide" Target="/ppt/notesSlides/notesSlide17.xml" Id="R54385d48f09d47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60122dee9468d" /><Relationship Type="http://schemas.openxmlformats.org/officeDocument/2006/relationships/image" Target="/ppt/media/image7.png" Id="R99049284abc94db5" /><Relationship Type="http://schemas.openxmlformats.org/officeDocument/2006/relationships/notesSlide" Target="/ppt/notesSlides/notesSlide18.xml" Id="R5a82961d825148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175f64a8b4238" /><Relationship Type="http://schemas.openxmlformats.org/officeDocument/2006/relationships/notesSlide" Target="/ppt/notesSlides/notesSlide19.xml" Id="R7376852a710a43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c72ee3fc04465" /><Relationship Type="http://schemas.openxmlformats.org/officeDocument/2006/relationships/notesSlide" Target="/ppt/notesSlides/notesSlide20.xml" Id="R6008cd1bbdd3487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3992dcfe94f60" /><Relationship Type="http://schemas.openxmlformats.org/officeDocument/2006/relationships/image" Target="/ppt/media/image8.png" Id="Reab2ec9b00a9403d" /><Relationship Type="http://schemas.openxmlformats.org/officeDocument/2006/relationships/notesSlide" Target="/ppt/notesSlides/notesSlide21.xml" Id="R816a8c5732554b6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410f4e47c4e02" /><Relationship Type="http://schemas.openxmlformats.org/officeDocument/2006/relationships/image" Target="/ppt/media/image9.png" Id="Ra6977c765443478b" /><Relationship Type="http://schemas.openxmlformats.org/officeDocument/2006/relationships/notesSlide" Target="/ppt/notesSlides/notesSlide22.xml" Id="Rca7bf23f3b264e2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66ba78711476a" /><Relationship Type="http://schemas.openxmlformats.org/officeDocument/2006/relationships/image" Target="/ppt/media/image10.png" Id="Re84d7cad738a4c12" /><Relationship Type="http://schemas.openxmlformats.org/officeDocument/2006/relationships/notesSlide" Target="/ppt/notesSlides/notesSlide23.xml" Id="Rac30c38bd32541b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9609f52db4f5f" /><Relationship Type="http://schemas.openxmlformats.org/officeDocument/2006/relationships/image" Target="/ppt/media/image11.png" Id="R18b959d2bd564078" /><Relationship Type="http://schemas.openxmlformats.org/officeDocument/2006/relationships/notesSlide" Target="/ppt/notesSlides/notesSlide24.xml" Id="R517fea594edf434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43a52c5d44bd7" /><Relationship Type="http://schemas.openxmlformats.org/officeDocument/2006/relationships/image" Target="/ppt/media/image12.png" Id="R758bb034913e49a8" /><Relationship Type="http://schemas.openxmlformats.org/officeDocument/2006/relationships/notesSlide" Target="/ppt/notesSlides/notesSlide25.xml" Id="R4bec4e2427784d6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7adfc1c904c23" /><Relationship Type="http://schemas.openxmlformats.org/officeDocument/2006/relationships/notesSlide" Target="/ppt/notesSlides/notesSlide26.xml" Id="Rb50dd60192d44ef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760d94d274702" /><Relationship Type="http://schemas.openxmlformats.org/officeDocument/2006/relationships/image" Target="/ppt/media/image13.png" Id="R753830dd2bcc4dc9" /><Relationship Type="http://schemas.openxmlformats.org/officeDocument/2006/relationships/notesSlide" Target="/ppt/notesSlides/notesSlide27.xml" Id="R08245173009c4cd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72806d65e406a" /><Relationship Type="http://schemas.openxmlformats.org/officeDocument/2006/relationships/image" Target="/ppt/media/image14.png" Id="Rbb84047a288e44bc" /><Relationship Type="http://schemas.openxmlformats.org/officeDocument/2006/relationships/notesSlide" Target="/ppt/notesSlides/notesSlide28.xml" Id="Re133270532824a6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a4e14012b4f91" /><Relationship Type="http://schemas.openxmlformats.org/officeDocument/2006/relationships/image" Target="/ppt/media/image15.png" Id="R8b016f9b749443eb" /><Relationship Type="http://schemas.openxmlformats.org/officeDocument/2006/relationships/notesSlide" Target="/ppt/notesSlides/notesSlide29.xml" Id="Rb437f6a474fa4a9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da8badf5f4866" /><Relationship Type="http://schemas.openxmlformats.org/officeDocument/2006/relationships/image" Target="/ppt/media/image16.png" Id="R3300f57651e5423d" /><Relationship Type="http://schemas.openxmlformats.org/officeDocument/2006/relationships/notesSlide" Target="/ppt/notesSlides/notesSlide30.xml" Id="R8b2bb7fa1a39497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5f3d5f1394ada" /><Relationship Type="http://schemas.openxmlformats.org/officeDocument/2006/relationships/image" Target="/ppt/media/image17.png" Id="Rce53042a319342d7" /><Relationship Type="http://schemas.openxmlformats.org/officeDocument/2006/relationships/notesSlide" Target="/ppt/notesSlides/notesSlide31.xml" Id="R4ffdb64495c1415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854cc40be4b2e" /><Relationship Type="http://schemas.openxmlformats.org/officeDocument/2006/relationships/image" Target="/ppt/media/image18.png" Id="R34966587a94c4cbd" /><Relationship Type="http://schemas.openxmlformats.org/officeDocument/2006/relationships/notesSlide" Target="/ppt/notesSlides/notesSlide32.xml" Id="Rc0756488e345427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b329027234428" /><Relationship Type="http://schemas.openxmlformats.org/officeDocument/2006/relationships/image" Target="/ppt/media/image19.png" Id="R65bf753b448d40a2" /><Relationship Type="http://schemas.openxmlformats.org/officeDocument/2006/relationships/notesSlide" Target="/ppt/notesSlides/notesSlide33.xml" Id="R392dfa43e31b4cb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9ed9b928b494e" /><Relationship Type="http://schemas.openxmlformats.org/officeDocument/2006/relationships/image" Target="/ppt/media/image20.png" Id="Rcb260dfee13d45e5" /><Relationship Type="http://schemas.openxmlformats.org/officeDocument/2006/relationships/notesSlide" Target="/ppt/notesSlides/notesSlide34.xml" Id="R3a9dd114d20c41d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39460f7cd44c5" /><Relationship Type="http://schemas.openxmlformats.org/officeDocument/2006/relationships/image" Target="/ppt/media/image21.png" Id="R8e5faa3c1fe04f7d" /><Relationship Type="http://schemas.openxmlformats.org/officeDocument/2006/relationships/notesSlide" Target="/ppt/notesSlides/notesSlide35.xml" Id="Rdcfbaa72dc25431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5ed7fef8d41fb" /><Relationship Type="http://schemas.openxmlformats.org/officeDocument/2006/relationships/image" Target="/ppt/media/image22.png" Id="Rdf196ae72c6b4543" /><Relationship Type="http://schemas.openxmlformats.org/officeDocument/2006/relationships/notesSlide" Target="/ppt/notesSlides/notesSlide36.xml" Id="R3017236f5fb744a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a71089b7441cf" /><Relationship Type="http://schemas.openxmlformats.org/officeDocument/2006/relationships/image" Target="/ppt/media/image23.png" Id="Rcdbf450de78c4b10" /><Relationship Type="http://schemas.openxmlformats.org/officeDocument/2006/relationships/notesSlide" Target="/ppt/notesSlides/notesSlide37.xml" Id="R0397dc323c42448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8674854894ee6" /><Relationship Type="http://schemas.openxmlformats.org/officeDocument/2006/relationships/image" Target="/ppt/media/image24.png" Id="Rec46206ac1df43f1" /><Relationship Type="http://schemas.openxmlformats.org/officeDocument/2006/relationships/notesSlide" Target="/ppt/notesSlides/notesSlide38.xml" Id="R42abf2bd20b04ee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b803fffdd43f4" /><Relationship Type="http://schemas.openxmlformats.org/officeDocument/2006/relationships/notesSlide" Target="/ppt/notesSlides/notesSlide39.xml" Id="Rc93aef79643e420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86bad1cda4900" /><Relationship Type="http://schemas.openxmlformats.org/officeDocument/2006/relationships/image" Target="/ppt/media/image25.png" Id="R872cd59abf0c49cb" /><Relationship Type="http://schemas.openxmlformats.org/officeDocument/2006/relationships/notesSlide" Target="/ppt/notesSlides/notesSlide40.xml" Id="Rcf2bdaa53df8405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55cde0cb241c6" /><Relationship Type="http://schemas.openxmlformats.org/officeDocument/2006/relationships/image" Target="/ppt/media/image26.png" Id="R7992b4e16c254ac1" /><Relationship Type="http://schemas.openxmlformats.org/officeDocument/2006/relationships/notesSlide" Target="/ppt/notesSlides/notesSlide41.xml" Id="Ra8e17a73ffba420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ad0e3ba814500" /><Relationship Type="http://schemas.openxmlformats.org/officeDocument/2006/relationships/image" Target="/ppt/media/image27.png" Id="R34f94c12f8444438" /><Relationship Type="http://schemas.openxmlformats.org/officeDocument/2006/relationships/notesSlide" Target="/ppt/notesSlides/notesSlide42.xml" Id="Rca82ac69421344f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bf77fbcf444d2" /><Relationship Type="http://schemas.openxmlformats.org/officeDocument/2006/relationships/image" Target="/ppt/media/image28.png" Id="R742e92e442904b23" /><Relationship Type="http://schemas.openxmlformats.org/officeDocument/2006/relationships/notesSlide" Target="/ppt/notesSlides/notesSlide43.xml" Id="R2890be1e57b24f9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bdfcedb9841e6" /><Relationship Type="http://schemas.openxmlformats.org/officeDocument/2006/relationships/notesSlide" Target="/ppt/notesSlides/notesSlide44.xml" Id="Rbf1c71fb831a4b2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2a75cbf884ffc" /><Relationship Type="http://schemas.openxmlformats.org/officeDocument/2006/relationships/image" Target="/ppt/media/image29.png" Id="Rd1f26d7d78a249d9" /><Relationship Type="http://schemas.openxmlformats.org/officeDocument/2006/relationships/notesSlide" Target="/ppt/notesSlides/notesSlide45.xml" Id="R07db7d1570f94da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a6e84132c4b97" /><Relationship Type="http://schemas.openxmlformats.org/officeDocument/2006/relationships/image" Target="/ppt/media/image30.png" Id="R3a74aca3186c4524" /><Relationship Type="http://schemas.openxmlformats.org/officeDocument/2006/relationships/notesSlide" Target="/ppt/notesSlides/notesSlide46.xml" Id="R719d3df17c174dc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6b50ab1e34c50" /><Relationship Type="http://schemas.openxmlformats.org/officeDocument/2006/relationships/notesSlide" Target="/ppt/notesSlides/notesSlide47.xml" Id="R6fa0930df0bb4cc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8a512fcf94a31" /><Relationship Type="http://schemas.openxmlformats.org/officeDocument/2006/relationships/image" Target="/ppt/media/image31.png" Id="R3b00fb45525e421f" /><Relationship Type="http://schemas.openxmlformats.org/officeDocument/2006/relationships/notesSlide" Target="/ppt/notesSlides/notesSlide48.xml" Id="R975d3474496c463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8d83b5b7a4219" /><Relationship Type="http://schemas.openxmlformats.org/officeDocument/2006/relationships/image" Target="/ppt/media/image32.png" Id="R4b391088ca7b4fe4" /><Relationship Type="http://schemas.openxmlformats.org/officeDocument/2006/relationships/notesSlide" Target="/ppt/notesSlides/notesSlide49.xml" Id="Ra8c31121e17747d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15c5948db4810" /><Relationship Type="http://schemas.openxmlformats.org/officeDocument/2006/relationships/image" Target="/ppt/media/image33.png" Id="Rb0bdf68b345b4fa9" /><Relationship Type="http://schemas.openxmlformats.org/officeDocument/2006/relationships/notesSlide" Target="/ppt/notesSlides/notesSlide50.xml" Id="R7611434fb6dd468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3baad05c44f46" /><Relationship Type="http://schemas.openxmlformats.org/officeDocument/2006/relationships/image" Target="/ppt/media/image34.png" Id="R334f4773b3494af2" /><Relationship Type="http://schemas.openxmlformats.org/officeDocument/2006/relationships/image" Target="/ppt/media/image35.png" Id="R18988256fb6a4c3a" /><Relationship Type="http://schemas.openxmlformats.org/officeDocument/2006/relationships/notesSlide" Target="/ppt/notesSlides/notesSlide51.xml" Id="Ra608a41583524c9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40cbf24f844d9" /><Relationship Type="http://schemas.openxmlformats.org/officeDocument/2006/relationships/notesSlide" Target="/ppt/notesSlides/notesSlide52.xml" Id="Rf14c9b8ed8e14ec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5fc56c7cf48d6" /><Relationship Type="http://schemas.openxmlformats.org/officeDocument/2006/relationships/notesSlide" Target="/ppt/notesSlides/notesSlide53.xml" Id="R46447b273d724c9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d76ed671546b3" /><Relationship Type="http://schemas.openxmlformats.org/officeDocument/2006/relationships/notesSlide" Target="/ppt/notesSlides/notesSlide54.xml" Id="Rdb17349828954ab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6aacef5cf4b31" /><Relationship Type="http://schemas.openxmlformats.org/officeDocument/2006/relationships/image" Target="/ppt/media/image36.png" Id="R49d67d8d53874638" /><Relationship Type="http://schemas.openxmlformats.org/officeDocument/2006/relationships/notesSlide" Target="/ppt/notesSlides/notesSlide55.xml" Id="Rf1c3d13725bd476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59ab8e45c4b88" /><Relationship Type="http://schemas.openxmlformats.org/officeDocument/2006/relationships/image" Target="/ppt/media/image37.png" Id="Rdc61cbe1d14441e4" /><Relationship Type="http://schemas.openxmlformats.org/officeDocument/2006/relationships/notesSlide" Target="/ppt/notesSlides/notesSlide56.xml" Id="R1ee2aeef088d43a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768fabc8b4afd" /><Relationship Type="http://schemas.openxmlformats.org/officeDocument/2006/relationships/image" Target="/ppt/media/image38.png" Id="Rb6d6fd9bf1004ddd" /><Relationship Type="http://schemas.openxmlformats.org/officeDocument/2006/relationships/notesSlide" Target="/ppt/notesSlides/notesSlide57.xml" Id="R93c45264afcc452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dfaad9af948e8" /><Relationship Type="http://schemas.openxmlformats.org/officeDocument/2006/relationships/image" Target="/ppt/media/image39.png" Id="Ra2954269ec8f4112" /><Relationship Type="http://schemas.openxmlformats.org/officeDocument/2006/relationships/notesSlide" Target="/ppt/notesSlides/notesSlide58.xml" Id="Rd6c71a31b7cc409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e1866a5b24027" /><Relationship Type="http://schemas.openxmlformats.org/officeDocument/2006/relationships/image" Target="/ppt/media/image40.png" Id="Rcf09c3426f5d4eb9" /><Relationship Type="http://schemas.openxmlformats.org/officeDocument/2006/relationships/notesSlide" Target="/ppt/notesSlides/notesSlide59.xml" Id="R8b2c12409abd4d9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2bce1ab76477f" /><Relationship Type="http://schemas.openxmlformats.org/officeDocument/2006/relationships/image" Target="/ppt/media/image41.png" Id="R69435dd4db3e489d" /><Relationship Type="http://schemas.openxmlformats.org/officeDocument/2006/relationships/notesSlide" Target="/ppt/notesSlides/notesSlide60.xml" Id="R5fae111bc8ae4bd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1ddd52b134f3a" /><Relationship Type="http://schemas.openxmlformats.org/officeDocument/2006/relationships/notesSlide" Target="/ppt/notesSlides/notesSlide61.xml" Id="Rfb9e30edab814dbe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e1189486d4708" /><Relationship Type="http://schemas.openxmlformats.org/officeDocument/2006/relationships/image" Target="/ppt/media/image42.png" Id="Rbec2663eae144e68" /><Relationship Type="http://schemas.openxmlformats.org/officeDocument/2006/relationships/notesSlide" Target="/ppt/notesSlides/notesSlide62.xml" Id="R11a924e1e65d4da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ec55474694dfd" /><Relationship Type="http://schemas.openxmlformats.org/officeDocument/2006/relationships/image" Target="/ppt/media/image43.png" Id="R5b6a7f6111b649e8" /><Relationship Type="http://schemas.openxmlformats.org/officeDocument/2006/relationships/notesSlide" Target="/ppt/notesSlides/notesSlide63.xml" Id="R480970171207426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eac07464a421e" /><Relationship Type="http://schemas.openxmlformats.org/officeDocument/2006/relationships/image" Target="/ppt/media/image44.png" Id="R19c8ab0f47ae46af" /><Relationship Type="http://schemas.openxmlformats.org/officeDocument/2006/relationships/notesSlide" Target="/ppt/notesSlides/notesSlide64.xml" Id="R1ab954087dd74a70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a0d590618491d" /><Relationship Type="http://schemas.openxmlformats.org/officeDocument/2006/relationships/image" Target="/ppt/media/image45.png" Id="R28b0b0d96f4a41ae" /><Relationship Type="http://schemas.openxmlformats.org/officeDocument/2006/relationships/notesSlide" Target="/ppt/notesSlides/notesSlide65.xml" Id="R7e7d96eb96194499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a0e8555574ad4" /><Relationship Type="http://schemas.openxmlformats.org/officeDocument/2006/relationships/image" Target="/ppt/media/image46.png" Id="Rca19cbc8e0174837" /><Relationship Type="http://schemas.openxmlformats.org/officeDocument/2006/relationships/notesSlide" Target="/ppt/notesSlides/notesSlide66.xml" Id="R1b8ba1dd1a4349f2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1998e817f4ad4" /><Relationship Type="http://schemas.openxmlformats.org/officeDocument/2006/relationships/image" Target="/ppt/media/image47.png" Id="Rabeb455408d9421f" /><Relationship Type="http://schemas.openxmlformats.org/officeDocument/2006/relationships/notesSlide" Target="/ppt/notesSlides/notesSlide67.xml" Id="R2bb1a5a892aa499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448b5a73342ba" /><Relationship Type="http://schemas.openxmlformats.org/officeDocument/2006/relationships/image" Target="/ppt/media/image48.png" Id="R201a602507e64cbe" /><Relationship Type="http://schemas.openxmlformats.org/officeDocument/2006/relationships/notesSlide" Target="/ppt/notesSlides/notesSlide68.xml" Id="R79df2c8c401f453b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355d402a24bbd" /><Relationship Type="http://schemas.openxmlformats.org/officeDocument/2006/relationships/image" Target="/ppt/media/image49.png" Id="R318bcfbc9a624490" /><Relationship Type="http://schemas.openxmlformats.org/officeDocument/2006/relationships/notesSlide" Target="/ppt/notesSlides/notesSlide69.xml" Id="R0f3c082ced674691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e5e247ac448cc" /><Relationship Type="http://schemas.openxmlformats.org/officeDocument/2006/relationships/image" Target="/ppt/media/image50.png" Id="R151633b98b10420c" /><Relationship Type="http://schemas.openxmlformats.org/officeDocument/2006/relationships/notesSlide" Target="/ppt/notesSlides/notesSlide70.xml" Id="Ra2c5b723e83640f3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dc35671014a06" /><Relationship Type="http://schemas.openxmlformats.org/officeDocument/2006/relationships/notesSlide" Target="/ppt/notesSlides/notesSlide71.xml" Id="R7ed3daef4eb64e8d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4bd00195047ae" /><Relationship Type="http://schemas.openxmlformats.org/officeDocument/2006/relationships/image" Target="/ppt/media/image51.png" Id="Rc56487532a034375" /><Relationship Type="http://schemas.openxmlformats.org/officeDocument/2006/relationships/notesSlide" Target="/ppt/notesSlides/notesSlide72.xml" Id="R5b84076cc7354fcc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32f1ba3ef4bc5" /><Relationship Type="http://schemas.openxmlformats.org/officeDocument/2006/relationships/image" Target="/ppt/media/image52.png" Id="Ref7a8eae00604eb4" /><Relationship Type="http://schemas.openxmlformats.org/officeDocument/2006/relationships/notesSlide" Target="/ppt/notesSlides/notesSlide73.xml" Id="R20f6c43a0d6f49c2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eb42c21094eb4" /><Relationship Type="http://schemas.openxmlformats.org/officeDocument/2006/relationships/notesSlide" Target="/ppt/notesSlides/notesSlide74.xml" Id="Rff740e0565344c3a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54e02855d448b" /><Relationship Type="http://schemas.openxmlformats.org/officeDocument/2006/relationships/image" Target="/ppt/media/image53.png" Id="R8a819943df8c4c4c" /><Relationship Type="http://schemas.openxmlformats.org/officeDocument/2006/relationships/notesSlide" Target="/ppt/notesSlides/notesSlide75.xml" Id="R0720ce49ab4b41de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18936e3984182" /><Relationship Type="http://schemas.openxmlformats.org/officeDocument/2006/relationships/image" Target="/ppt/media/image54.png" Id="R79eae0affd7840e8" /><Relationship Type="http://schemas.openxmlformats.org/officeDocument/2006/relationships/notesSlide" Target="/ppt/notesSlides/notesSlide76.xml" Id="R2009d89575d14a99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8f82bdcbf4833" /><Relationship Type="http://schemas.openxmlformats.org/officeDocument/2006/relationships/image" Target="/ppt/media/image55.png" Id="R6e0638eae13f42af" /><Relationship Type="http://schemas.openxmlformats.org/officeDocument/2006/relationships/notesSlide" Target="/ppt/notesSlides/notesSlide77.xml" Id="R96c8b2fb8ea44c88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5d1d88d634a29" /><Relationship Type="http://schemas.openxmlformats.org/officeDocument/2006/relationships/notesSlide" Target="/ppt/notesSlides/notesSlide78.xml" Id="R3430f98c19eb4944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bb47a6bdc4ec8" /><Relationship Type="http://schemas.openxmlformats.org/officeDocument/2006/relationships/image" Target="/ppt/media/image56.png" Id="R9f597a1a8e3c472d" /><Relationship Type="http://schemas.openxmlformats.org/officeDocument/2006/relationships/notesSlide" Target="/ppt/notesSlides/notesSlide79.xml" Id="Ra15954165b3b4d59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013d1e4a04e8d" /><Relationship Type="http://schemas.openxmlformats.org/officeDocument/2006/relationships/image" Target="/ppt/media/image57.png" Id="R6ba7fd5858444c96" /><Relationship Type="http://schemas.openxmlformats.org/officeDocument/2006/relationships/notesSlide" Target="/ppt/notesSlides/notesSlide80.xml" Id="Ra9c387efb34b4451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57ec5082d4f2d" /><Relationship Type="http://schemas.openxmlformats.org/officeDocument/2006/relationships/image" Target="/ppt/media/image58.png" Id="Ra86b4cbe9a554fb2" /><Relationship Type="http://schemas.openxmlformats.org/officeDocument/2006/relationships/notesSlide" Target="/ppt/notesSlides/notesSlide81.xml" Id="R31c045fd07cf4a9f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90eb9d5b5491b" /><Relationship Type="http://schemas.openxmlformats.org/officeDocument/2006/relationships/image" Target="/ppt/media/image59.png" Id="R7dd65cd715b74034" /><Relationship Type="http://schemas.openxmlformats.org/officeDocument/2006/relationships/notesSlide" Target="/ppt/notesSlides/notesSlide82.xml" Id="Re38764f6280e4f92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b4cc7289c4fea" /><Relationship Type="http://schemas.openxmlformats.org/officeDocument/2006/relationships/image" Target="/ppt/media/image60.png" Id="Rc59a6049106b4d55" /><Relationship Type="http://schemas.openxmlformats.org/officeDocument/2006/relationships/notesSlide" Target="/ppt/notesSlides/notesSlide83.xml" Id="R46dfd47e051d4d08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7047f2bfc40d0" /><Relationship Type="http://schemas.openxmlformats.org/officeDocument/2006/relationships/notesSlide" Target="/ppt/notesSlides/notesSlide84.xml" Id="Rfa3ccae6c55f47a9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d748b33224941" /><Relationship Type="http://schemas.openxmlformats.org/officeDocument/2006/relationships/notesSlide" Target="/ppt/notesSlides/notesSlide85.xml" Id="R8c746bf5e8954db0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308b901904510" /><Relationship Type="http://schemas.openxmlformats.org/officeDocument/2006/relationships/image" Target="/ppt/media/image61.png" Id="Rf224377747824bbb" /><Relationship Type="http://schemas.openxmlformats.org/officeDocument/2006/relationships/notesSlide" Target="/ppt/notesSlides/notesSlide86.xml" Id="Rd923d52044534a1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4045445b944d0" /><Relationship Type="http://schemas.openxmlformats.org/officeDocument/2006/relationships/notesSlide" Target="/ppt/notesSlides/notesSlide87.xml" Id="Rdf9129df52e041cc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c5ea870a64ef2" /><Relationship Type="http://schemas.openxmlformats.org/officeDocument/2006/relationships/notesSlide" Target="/ppt/notesSlides/notesSlide88.xml" Id="R06b71344280648f8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3580cc36a4ea3" /><Relationship Type="http://schemas.openxmlformats.org/officeDocument/2006/relationships/notesSlide" Target="/ppt/notesSlides/notesSlide89.xml" Id="Rde242ce51b834b59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6e1273891433a" /><Relationship Type="http://schemas.openxmlformats.org/officeDocument/2006/relationships/image" Target="/ppt/media/image62.png" Id="R5e852cdd2d444133" /><Relationship Type="http://schemas.openxmlformats.org/officeDocument/2006/relationships/notesSlide" Target="/ppt/notesSlides/notesSlide90.xml" Id="R54cd74aa70844907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6650ff32941d3" /><Relationship Type="http://schemas.openxmlformats.org/officeDocument/2006/relationships/image" Target="/ppt/media/image63.png" Id="R0fbd8e32c0514716" /><Relationship Type="http://schemas.openxmlformats.org/officeDocument/2006/relationships/notesSlide" Target="/ppt/notesSlides/notesSlide91.xml" Id="R8fa87b9a454b4386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affe33aa34963" /><Relationship Type="http://schemas.openxmlformats.org/officeDocument/2006/relationships/image" Target="/ppt/media/image64.png" Id="R2cfbaa2239e94b76" /><Relationship Type="http://schemas.openxmlformats.org/officeDocument/2006/relationships/notesSlide" Target="/ppt/notesSlides/notesSlide92.xml" Id="Reb783fadda8949b9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8613117934545" /><Relationship Type="http://schemas.openxmlformats.org/officeDocument/2006/relationships/image" Target="/ppt/media/image65.png" Id="R2c68a13e22384fd0" /><Relationship Type="http://schemas.openxmlformats.org/officeDocument/2006/relationships/notesSlide" Target="/ppt/notesSlides/notesSlide93.xml" Id="R3715dcc4f86a4fab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a08d854314b69" /><Relationship Type="http://schemas.openxmlformats.org/officeDocument/2006/relationships/notesSlide" Target="/ppt/notesSlides/notesSlide94.xml" Id="R6e967b5a58b74a76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d2f639abc4c95" /><Relationship Type="http://schemas.openxmlformats.org/officeDocument/2006/relationships/image" Target="/ppt/media/image66.png" Id="R0cd4802a5e1242d2" /><Relationship Type="http://schemas.openxmlformats.org/officeDocument/2006/relationships/notesSlide" Target="/ppt/notesSlides/notesSlide95.xml" Id="R762b93be73d046c2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5acadca6e4579" /><Relationship Type="http://schemas.openxmlformats.org/officeDocument/2006/relationships/notesSlide" Target="/ppt/notesSlides/notesSlide96.xml" Id="Rad53043f9e714cdd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88fd6241f4e01" /><Relationship Type="http://schemas.openxmlformats.org/officeDocument/2006/relationships/image" Target="/ppt/media/image67.png" Id="Ree9414873d3545b5" /><Relationship Type="http://schemas.openxmlformats.org/officeDocument/2006/relationships/notesSlide" Target="/ppt/notesSlides/notesSlide97.xml" Id="Rbad1c1fe34dc4947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c9e7ff681446d" /><Relationship Type="http://schemas.openxmlformats.org/officeDocument/2006/relationships/image" Target="/ppt/media/image68.png" Id="R2898f9da1f0746ad" /><Relationship Type="http://schemas.openxmlformats.org/officeDocument/2006/relationships/notesSlide" Target="/ppt/notesSlides/notesSlide98.xml" Id="R73cf83408c7748c6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b516fb9ff4f9e" /><Relationship Type="http://schemas.openxmlformats.org/officeDocument/2006/relationships/notesSlide" Target="/ppt/notesSlides/notesSlide99.xml" Id="Re0cba849427849fb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a223a7c1140d5" /><Relationship Type="http://schemas.openxmlformats.org/officeDocument/2006/relationships/image" Target="/ppt/media/image69.png" Id="R25ef333364e6458d" /><Relationship Type="http://schemas.openxmlformats.org/officeDocument/2006/relationships/notesSlide" Target="/ppt/notesSlides/notesSlide100.xml" Id="R751d9700014445fb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e6fa5c10a4364" /><Relationship Type="http://schemas.openxmlformats.org/officeDocument/2006/relationships/image" Target="/ppt/media/image70.png" Id="Rd2f5a094b3f64d50" /><Relationship Type="http://schemas.openxmlformats.org/officeDocument/2006/relationships/notesSlide" Target="/ppt/notesSlides/notesSlide101.xml" Id="R95bcc6ad002946ff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7e3b3371f4db6" /><Relationship Type="http://schemas.openxmlformats.org/officeDocument/2006/relationships/image" Target="/ppt/media/image71.png" Id="Rf9ae516ad1494fec" /><Relationship Type="http://schemas.openxmlformats.org/officeDocument/2006/relationships/notesSlide" Target="/ppt/notesSlides/notesSlide102.xml" Id="R9d4f75b479a54d2b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2f16160e840a6" /><Relationship Type="http://schemas.openxmlformats.org/officeDocument/2006/relationships/notesSlide" Target="/ppt/notesSlides/notesSlide103.xml" Id="R3e039132b3964a35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1b10505f843e6" /><Relationship Type="http://schemas.openxmlformats.org/officeDocument/2006/relationships/notesSlide" Target="/ppt/notesSlides/notesSlide104.xml" Id="Rfc5b0b7b67744f2f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399fff4cd4c64" /><Relationship Type="http://schemas.openxmlformats.org/officeDocument/2006/relationships/image" Target="/ppt/media/image72.png" Id="R02a8d14fb1d840a3" /><Relationship Type="http://schemas.openxmlformats.org/officeDocument/2006/relationships/notesSlide" Target="/ppt/notesSlides/notesSlide105.xml" Id="Rd61086a6cf7b476a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fa3ceb5154851" /><Relationship Type="http://schemas.openxmlformats.org/officeDocument/2006/relationships/notesSlide" Target="/ppt/notesSlides/notesSlide106.xml" Id="R0c6626bab4584b38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5f346a5ae4f1e" /><Relationship Type="http://schemas.openxmlformats.org/officeDocument/2006/relationships/notesSlide" Target="/ppt/notesSlides/notesSlide107.xml" Id="R792a7b84cdcc4da9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390e7e2c8428b" /><Relationship Type="http://schemas.openxmlformats.org/officeDocument/2006/relationships/notesSlide" Target="/ppt/notesSlides/notesSlide108.xml" Id="R5ac74394fcc94ced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9675717094bb2" /><Relationship Type="http://schemas.openxmlformats.org/officeDocument/2006/relationships/notesSlide" Target="/ppt/notesSlides/notesSlide109.xml" Id="Rc0e5cc672e004f3c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33f69f688491b" /><Relationship Type="http://schemas.openxmlformats.org/officeDocument/2006/relationships/notesSlide" Target="/ppt/notesSlides/notesSlide110.xml" Id="Rd1043bec8c2e4ff0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b18ea0a204316" /><Relationship Type="http://schemas.openxmlformats.org/officeDocument/2006/relationships/image" Target="/ppt/media/image73.png" Id="R9038b4203d2f4a06" /><Relationship Type="http://schemas.openxmlformats.org/officeDocument/2006/relationships/notesSlide" Target="/ppt/notesSlides/notesSlide111.xml" Id="Rc47103b9bfbe4155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6d8636d7f4a5d" /><Relationship Type="http://schemas.openxmlformats.org/officeDocument/2006/relationships/notesSlide" Target="/ppt/notesSlides/notesSlide112.xml" Id="R90ae8e9b0dc64ed5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49480f8a94283" /><Relationship Type="http://schemas.openxmlformats.org/officeDocument/2006/relationships/image" Target="/ppt/media/image74.png" Id="R035bc9e7b861483d" /><Relationship Type="http://schemas.openxmlformats.org/officeDocument/2006/relationships/notesSlide" Target="/ppt/notesSlides/notesSlide113.xml" Id="Rfd3452dbc7e4478c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646df034f4506" /><Relationship Type="http://schemas.openxmlformats.org/officeDocument/2006/relationships/notesSlide" Target="/ppt/notesSlides/notesSlide114.xml" Id="R024601eca56a4de9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949f51b4c4e6e" /><Relationship Type="http://schemas.openxmlformats.org/officeDocument/2006/relationships/image" Target="/ppt/media/image75.png" Id="R5fed5473fab94c21" /><Relationship Type="http://schemas.openxmlformats.org/officeDocument/2006/relationships/notesSlide" Target="/ppt/notesSlides/notesSlide115.xml" Id="R80c77c68e31b4e94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d4e133af744be" /><Relationship Type="http://schemas.openxmlformats.org/officeDocument/2006/relationships/notesSlide" Target="/ppt/notesSlides/notesSlide116.xml" Id="Rcdedae28da1d4967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7de4328334990" /><Relationship Type="http://schemas.openxmlformats.org/officeDocument/2006/relationships/notesSlide" Target="/ppt/notesSlides/notesSlide117.xml" Id="Rc20ea285a32b4f31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d9edf6ed14f36" /><Relationship Type="http://schemas.openxmlformats.org/officeDocument/2006/relationships/image" Target="/ppt/media/image76.png" Id="Ra8edee3f6d544b39" /><Relationship Type="http://schemas.openxmlformats.org/officeDocument/2006/relationships/notesSlide" Target="/ppt/notesSlides/notesSlide118.xml" Id="R89983bd52d8d4e87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e05577efe4248" /><Relationship Type="http://schemas.openxmlformats.org/officeDocument/2006/relationships/image" Target="/ppt/media/image77.png" Id="R8eed97c32f0f4643" /><Relationship Type="http://schemas.openxmlformats.org/officeDocument/2006/relationships/notesSlide" Target="/ppt/notesSlides/notesSlide119.xml" Id="R6988e41104d54d24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5e07bb2254ab3" /><Relationship Type="http://schemas.openxmlformats.org/officeDocument/2006/relationships/notesSlide" Target="/ppt/notesSlides/notesSlide120.xml" Id="R26c20ca1ac7047ac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641aa2c594e01" /><Relationship Type="http://schemas.openxmlformats.org/officeDocument/2006/relationships/image" Target="/ppt/media/image78.png" Id="R90747c779c744562" /><Relationship Type="http://schemas.openxmlformats.org/officeDocument/2006/relationships/notesSlide" Target="/ppt/notesSlides/notesSlide121.xml" Id="R797e8a5fd2e94cfb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d03ec663a4c5b" /><Relationship Type="http://schemas.openxmlformats.org/officeDocument/2006/relationships/notesSlide" Target="/ppt/notesSlides/notesSlide122.xml" Id="Raea6c53595c14f91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3a64b6e034b35" /><Relationship Type="http://schemas.openxmlformats.org/officeDocument/2006/relationships/image" Target="/ppt/media/image79.png" Id="R9cfbe4926fd843b5" /><Relationship Type="http://schemas.openxmlformats.org/officeDocument/2006/relationships/notesSlide" Target="/ppt/notesSlides/notesSlide123.xml" Id="Rd7b61d3f3f62415a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6173aa45c4b1d" /><Relationship Type="http://schemas.openxmlformats.org/officeDocument/2006/relationships/image" Target="/ppt/media/image80.png" Id="Ra64ee119621449b3" /><Relationship Type="http://schemas.openxmlformats.org/officeDocument/2006/relationships/notesSlide" Target="/ppt/notesSlides/notesSlide124.xml" Id="Rdec45bd01c9d49f1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c666b9d694108" /><Relationship Type="http://schemas.openxmlformats.org/officeDocument/2006/relationships/image" Target="/ppt/media/image81.png" Id="R66830478bc73438f" /><Relationship Type="http://schemas.openxmlformats.org/officeDocument/2006/relationships/notesSlide" Target="/ppt/notesSlides/notesSlide125.xml" Id="R2d9c071b2696498a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7a09168c8483b" /><Relationship Type="http://schemas.openxmlformats.org/officeDocument/2006/relationships/notesSlide" Target="/ppt/notesSlides/notesSlide126.xml" Id="Rb22940d94bd84fb5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97e576fa94ff5" /><Relationship Type="http://schemas.openxmlformats.org/officeDocument/2006/relationships/image" Target="/ppt/media/image82.png" Id="R2e8aa20b86194dee" /><Relationship Type="http://schemas.openxmlformats.org/officeDocument/2006/relationships/notesSlide" Target="/ppt/notesSlides/notesSlide127.xml" Id="R2aed057828bd45e7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88fc27f47472f" /><Relationship Type="http://schemas.openxmlformats.org/officeDocument/2006/relationships/image" Target="/ppt/media/image83.png" Id="Ra73dbd642ad44223" /><Relationship Type="http://schemas.openxmlformats.org/officeDocument/2006/relationships/notesSlide" Target="/ppt/notesSlides/notesSlide128.xml" Id="Rea45dcd76fe343c0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fc8f2b9f34052" /><Relationship Type="http://schemas.openxmlformats.org/officeDocument/2006/relationships/image" Target="/ppt/media/image84.png" Id="R4c92069e14144194" /><Relationship Type="http://schemas.openxmlformats.org/officeDocument/2006/relationships/notesSlide" Target="/ppt/notesSlides/notesSlide129.xml" Id="R0dd3c13504cc4660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05af9d9e7494b" /><Relationship Type="http://schemas.openxmlformats.org/officeDocument/2006/relationships/image" Target="/ppt/media/image85.png" Id="R7d5849f3da134c51" /><Relationship Type="http://schemas.openxmlformats.org/officeDocument/2006/relationships/notesSlide" Target="/ppt/notesSlides/notesSlide130.xml" Id="Rbd0efd6ff88c49a1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e2cfd7e404bec" /><Relationship Type="http://schemas.openxmlformats.org/officeDocument/2006/relationships/image" Target="/ppt/media/image86.png" Id="R32743c4ab25c4cd3" /><Relationship Type="http://schemas.openxmlformats.org/officeDocument/2006/relationships/notesSlide" Target="/ppt/notesSlides/notesSlide131.xml" Id="R619e638427154245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e5a66a2f540e1" /><Relationship Type="http://schemas.openxmlformats.org/officeDocument/2006/relationships/image" Target="/ppt/media/image87.png" Id="R2cf3afd0aa024dba" /><Relationship Type="http://schemas.openxmlformats.org/officeDocument/2006/relationships/notesSlide" Target="/ppt/notesSlides/notesSlide132.xml" Id="R934821d19e904e47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321d932af4d7a" /><Relationship Type="http://schemas.openxmlformats.org/officeDocument/2006/relationships/image" Target="/ppt/media/image88.png" Id="Rd32cbc09fb0d4699" /><Relationship Type="http://schemas.openxmlformats.org/officeDocument/2006/relationships/notesSlide" Target="/ppt/notesSlides/notesSlide133.xml" Id="Rd759a5bf30664ed0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8851adc874df9" /><Relationship Type="http://schemas.openxmlformats.org/officeDocument/2006/relationships/image" Target="/ppt/media/image89.png" Id="R44ec36e94e3948a8" /><Relationship Type="http://schemas.openxmlformats.org/officeDocument/2006/relationships/notesSlide" Target="/ppt/notesSlides/notesSlide134.xml" Id="Rd23c851ee2df43ff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7349531574993" /><Relationship Type="http://schemas.openxmlformats.org/officeDocument/2006/relationships/notesSlide" Target="/ppt/notesSlides/notesSlide135.xml" Id="R3eea3c86a6694e60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0fd04d0bf4d45" /><Relationship Type="http://schemas.openxmlformats.org/officeDocument/2006/relationships/image" Target="/ppt/media/image90.png" Id="R827df07f13f146a0" /><Relationship Type="http://schemas.openxmlformats.org/officeDocument/2006/relationships/notesSlide" Target="/ppt/notesSlides/notesSlide136.xml" Id="R844c77b599344eb1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b2115fe904e96" /><Relationship Type="http://schemas.openxmlformats.org/officeDocument/2006/relationships/image" Target="/ppt/media/image91.png" Id="Rc62e54dc4f40481d" /><Relationship Type="http://schemas.openxmlformats.org/officeDocument/2006/relationships/notesSlide" Target="/ppt/notesSlides/notesSlide137.xml" Id="Re5c1bb0205b643d2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b86d7c7674b10" /><Relationship Type="http://schemas.openxmlformats.org/officeDocument/2006/relationships/image" Target="/ppt/media/image92.png" Id="Rd160c90a3372442a" /><Relationship Type="http://schemas.openxmlformats.org/officeDocument/2006/relationships/notesSlide" Target="/ppt/notesSlides/notesSlide138.xml" Id="Re3940338f2ad4911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3c4799dff4c90" /><Relationship Type="http://schemas.openxmlformats.org/officeDocument/2006/relationships/image" Target="/ppt/media/image93.png" Id="R383485c74dc34fbf" /><Relationship Type="http://schemas.openxmlformats.org/officeDocument/2006/relationships/notesSlide" Target="/ppt/notesSlides/notesSlide139.xml" Id="R493a5a1c47b340de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dafdec3f14ba6" /><Relationship Type="http://schemas.openxmlformats.org/officeDocument/2006/relationships/image" Target="/ppt/media/image94.png" Id="Rc70f5c96b7954e54" /><Relationship Type="http://schemas.openxmlformats.org/officeDocument/2006/relationships/notesSlide" Target="/ppt/notesSlides/notesSlide140.xml" Id="R99489bed4aba42d8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ac475c07947ce" /><Relationship Type="http://schemas.openxmlformats.org/officeDocument/2006/relationships/image" Target="/ppt/media/image95.png" Id="R661c88fc91b04bd5" /><Relationship Type="http://schemas.openxmlformats.org/officeDocument/2006/relationships/notesSlide" Target="/ppt/notesSlides/notesSlide141.xml" Id="R3c39d65ebfeb48b3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bb85653d54a54" /><Relationship Type="http://schemas.openxmlformats.org/officeDocument/2006/relationships/image" Target="/ppt/media/image96.png" Id="R8eb4e4b227eb4ca1" /><Relationship Type="http://schemas.openxmlformats.org/officeDocument/2006/relationships/notesSlide" Target="/ppt/notesSlides/notesSlide142.xml" Id="R918a100bfb5f4267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bd53510d44839" /><Relationship Type="http://schemas.openxmlformats.org/officeDocument/2006/relationships/image" Target="/ppt/media/image97.png" Id="Ra391e8e6cede4e55" /><Relationship Type="http://schemas.openxmlformats.org/officeDocument/2006/relationships/notesSlide" Target="/ppt/notesSlides/notesSlide143.xml" Id="R45105a1966544235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fc640a05b4406" /><Relationship Type="http://schemas.openxmlformats.org/officeDocument/2006/relationships/image" Target="/ppt/media/image98.png" Id="R95f084c5602c4672" /><Relationship Type="http://schemas.openxmlformats.org/officeDocument/2006/relationships/notesSlide" Target="/ppt/notesSlides/notesSlide144.xml" Id="R99babcccbad04b0a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23e3c56204167" /><Relationship Type="http://schemas.openxmlformats.org/officeDocument/2006/relationships/notesSlide" Target="/ppt/notesSlides/notesSlide145.xml" Id="Rc66f70a577ba46f2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af2a7840441eb" /><Relationship Type="http://schemas.openxmlformats.org/officeDocument/2006/relationships/notesSlide" Target="/ppt/notesSlides/notesSlide146.xml" Id="R54a5836ccd424018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d0c1c441a4ef3" /><Relationship Type="http://schemas.openxmlformats.org/officeDocument/2006/relationships/notesSlide" Target="/ppt/notesSlides/notesSlide147.xml" Id="R03d16545770b459d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2fecf84b14cd5" /><Relationship Type="http://schemas.openxmlformats.org/officeDocument/2006/relationships/notesSlide" Target="/ppt/notesSlides/notesSlide148.xml" Id="Ra900d7c63e7e4ca0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0b115df6946dd" /><Relationship Type="http://schemas.openxmlformats.org/officeDocument/2006/relationships/notesSlide" Target="/ppt/notesSlides/notesSlide149.xml" Id="R6e8cb3977efe4ec2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61a3c39c24124" /><Relationship Type="http://schemas.openxmlformats.org/officeDocument/2006/relationships/notesSlide" Target="/ppt/notesSlides/notesSlide150.xml" Id="R7119d2d6df8e46d7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68e127b854576" /><Relationship Type="http://schemas.openxmlformats.org/officeDocument/2006/relationships/notesSlide" Target="/ppt/notesSlides/notesSlide151.xml" Id="Rca25f5eabe6c42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87A21-C944-4F78-9605-68C9321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97556-D94F-47BF-9D39-34BC8A51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571500"/>
            <a:ext cx="1104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D9DE1-5A8B-4C4D-90A6-C1AEFB67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7600" y="129540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spc="45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JAVA PROGRAMMING · CHAPTER 04</a:t>
            </a:r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C9137-048F-487C-A551-3E874FE0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2850" y="1676400"/>
            <a:ext cx="46863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32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7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Java 程序设计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7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Java Programming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F0E54-893A-44BC-BB9C-87F98573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895600"/>
            <a:ext cx="3457575" cy="657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13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1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1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77861-F35A-4139-8DEB-584FD7CB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0" y="37242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32CF2-18BD-47FB-9079-FB4FB2D2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81300" y="5172075"/>
            <a:ext cx="662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8414C-39ED-4D34-8A69-62D0C718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9600" y="5314950"/>
            <a:ext cx="33528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45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中国石油大学（北京）克拉玛依校区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China University of Petroleum (Beijing) Karamay Campus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C345B-55EA-423A-90E9-176D79A3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72100" y="5705475"/>
            <a:ext cx="14478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08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4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授课教师：潘啸晨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4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Instructor: Pan Xiaochen</a:t>
            </a:r>
          </a:p>
        </p:txBody>
      </p:sp>
    </p:spTree>
    <p:extLst>
      <p:ext uri="{BB962C8B-B14F-4D97-AF65-F5344CB8AC3E}">
        <p14:creationId xmlns:p14="http://schemas.microsoft.com/office/powerpoint/2010/main" val="10298830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86366F00-828C-444E-AD50-5F6791B2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2F408A3E-6816-49FA-AE20-09C42787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DC187D37-15E3-4F25-B6FD-E09C2677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A3AAB7F6-B12F-4137-9F2F-AAE5AA91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1150" y="2133600"/>
            <a:ext cx="1419225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0" b="1">
                <a:solidFill>
                  <a:srgbClr val="DCE4F2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/>
          </a:p>
        </p:txBody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FF2ED22E-FDEA-464A-8B17-EEA9F067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3100" y="36957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54C86821-03C3-4A21-8D3B-FF35D4DC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3924300"/>
            <a:ext cx="167640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2562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19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19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Classes and Objects</a:t>
            </a:r>
          </a:p>
        </p:txBody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23ADFAE6-5D1F-4431-80B6-D659A294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425" y="4695825"/>
            <a:ext cx="107346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42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面向对象编程核心章：类是创建对象的模板，掌握类、对象、封装、复用、包与访问权限，是写出易维护、易扩展、易复用 Java 程序的基础。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Core Chapter of Object-Oriented Programming: Classes are templates for creating objects. Mastering classes, objects, encapsulation, reuse, packages and access permissions is the basis for writing Java programs that are easy to maintain, expand and reuse.</a:t>
            </a:r>
          </a:p>
        </p:txBody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231CF0D9-1902-4AC0-85C9-B8465F57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264447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0216053C-A7BC-41E5-BC8B-0B22A3F1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013574FC-CD4C-49C3-8B75-CE950DD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93558937-5DA7-4A25-BC41-3736471C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AD4E8D22-87C4-4E00-BDA7-F9EAE3B7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导读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Introduction</a:t>
            </a:r>
          </a:p>
        </p:txBody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48DE4B1C-0FEB-4711-A8C7-CA4C68ED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本章导览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Chapter overview</a:t>
            </a:r>
          </a:p>
        </p:txBody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9261952A-3973-4C11-9417-1F38A52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A37D8A66-5E26-439B-B216-1EC2ABAF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526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类与对象是面向对象编程的核心：用类创建对象、操作对象的变量与方法，并掌握封装、复用、包与访问权限。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Classes and objects are the core of object-oriented programming: use classes to create objects, manipulate variables and methods of objects, and master encapsulation, reuse, packages, and access permissions.</a:t>
            </a:r>
          </a:p>
        </p:txBody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0DA33852-8210-45E5-909D-78CF2064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1695450"/>
            <a:ext cx="2428875" cy="3962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892C6397-C894-482D-96C6-45C7830E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1695450"/>
            <a:ext cx="2428875" cy="3962400"/>
          </a:xfrm>
          <a:custGeom xmlns:a="http://schemas.openxmlformats.org/drawingml/2006/main">
            <a:pathLst>
              <a:path w="255" h="416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412"/>
                </a:lnTo>
                <a:cubicBezTo>
                  <a:pt x="6" y="414"/>
                  <a:pt x="8" y="416"/>
                  <a:pt x="10" y="416"/>
                </a:cubicBezTo>
                <a:cubicBezTo>
                  <a:pt x="4" y="416"/>
                  <a:pt x="0" y="411"/>
                  <a:pt x="0" y="40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58A43E3D-3C35-41DE-9601-15093666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1847850"/>
            <a:ext cx="19907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64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主要内容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Main content</a:t>
            </a:r>
          </a:p>
        </p:txBody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99F2DD5A-4D68-4CFF-A04E-372027B7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2085975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kind</a:t>
            </a:r>
          </a:p>
        </p:txBody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8934B6E8-BEBE-4E91-BDD4-7FB22FF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2400300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构造方法与对象的创建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Constructors and object creation</a:t>
            </a:r>
          </a:p>
        </p:txBody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1AF9DCB6-C2E6-4941-A47B-D1B3A996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2714625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395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类与程序的基本结构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Basic structure of classes and programs</a:t>
            </a:r>
          </a:p>
        </p:txBody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CD793505-D5E9-4BF4-812E-CAF6853C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3028950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参数传值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Parameter value passing</a:t>
            </a:r>
          </a:p>
        </p:txBody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985D96EC-8A92-4A66-AC4E-347C5CDF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3343275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对象的组合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combination of objects</a:t>
            </a:r>
          </a:p>
        </p:txBody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CCB62BBC-0E8F-42CE-BD9C-59CB9F66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3657600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552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实例成员与类成员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Instance members and class members</a:t>
            </a:r>
          </a:p>
        </p:txBody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3116E94D-BA32-46E7-80C0-DD7645FB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3971925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方法重载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Method overloading</a:t>
            </a:r>
          </a:p>
        </p:txBody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2B4AE1C5-346D-4F39-B9F3-E5C7BEAB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4286250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this 关键字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this keyword</a:t>
            </a:r>
          </a:p>
        </p:txBody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CCEA09CB-368C-45FE-A969-2266DF3F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4600575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包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Bag</a:t>
            </a:r>
          </a:p>
        </p:txBody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E364D17B-7E43-4A5D-90A3-9C171FE6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4914900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import 语句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import statement</a:t>
            </a:r>
          </a:p>
        </p:txBody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AE24035C-8479-49DD-B56C-E91CF961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5229225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对象数组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object array</a:t>
            </a:r>
          </a:p>
        </p:txBody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F34CEC73-3846-48B4-B3DD-04045AD8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0850" y="1695450"/>
            <a:ext cx="2428875" cy="3962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B082E7B7-72D0-4770-8B9F-85039A35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0850" y="1695450"/>
            <a:ext cx="2428875" cy="3962400"/>
          </a:xfrm>
          <a:custGeom xmlns:a="http://schemas.openxmlformats.org/drawingml/2006/main">
            <a:pathLst>
              <a:path w="255" h="416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412"/>
                </a:lnTo>
                <a:cubicBezTo>
                  <a:pt x="6" y="414"/>
                  <a:pt x="8" y="416"/>
                  <a:pt x="10" y="416"/>
                </a:cubicBezTo>
                <a:cubicBezTo>
                  <a:pt x="4" y="416"/>
                  <a:pt x="0" y="411"/>
                  <a:pt x="0" y="40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 xmlns:a="http://schemas.openxmlformats.org/drawingml/2006/main">
            <a:srgbClr val="3D7B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8BB0F2F1-B11D-4CFB-8742-5E8A0C39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1350" y="1847850"/>
            <a:ext cx="19907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64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重点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focus</a:t>
            </a:r>
          </a:p>
        </p:txBody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969464E1-DC36-4181-AA69-DEBC36CC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1350" y="2085975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Java 类的语法规则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Syntax rules for Java classes</a:t>
            </a:r>
          </a:p>
        </p:txBody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82969D51-6A6B-4F6D-B95A-305DCF0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1350" y="2400300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665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类变量和实例变量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 variables and instance variables</a:t>
            </a:r>
          </a:p>
        </p:txBody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781A81E4-3893-4285-82E5-FF22AFEE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1350" y="2714625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import 语句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import statement</a:t>
            </a:r>
          </a:p>
        </p:txBody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17412A48-A059-42FC-97AC-FE8C34A1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3075" y="1695450"/>
            <a:ext cx="2428875" cy="3962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04816520-79C5-4D5E-AE18-47E01DA1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3075" y="1695450"/>
            <a:ext cx="2428875" cy="3962400"/>
          </a:xfrm>
          <a:custGeom xmlns:a="http://schemas.openxmlformats.org/drawingml/2006/main">
            <a:pathLst>
              <a:path w="255" h="416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412"/>
                </a:lnTo>
                <a:cubicBezTo>
                  <a:pt x="6" y="414"/>
                  <a:pt x="8" y="416"/>
                  <a:pt x="10" y="416"/>
                </a:cubicBezTo>
                <a:cubicBezTo>
                  <a:pt x="4" y="416"/>
                  <a:pt x="0" y="411"/>
                  <a:pt x="0" y="40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 xmlns:a="http://schemas.openxmlformats.org/drawingml/2006/main">
            <a:srgbClr val="D953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37385F55-B3E1-4744-9A8F-2C92EF6B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53575" y="1847850"/>
            <a:ext cx="19907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64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难点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difficulty</a:t>
            </a:r>
          </a:p>
        </p:txBody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3F78AD73-807D-44A0-B5CF-21372951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53575" y="2085975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对象的创建过程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Object creation process</a:t>
            </a:r>
          </a:p>
        </p:txBody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9DC6ADB5-B078-43C8-886C-1D80F195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53575" y="2400300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85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对象引用与实体的关系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relationship between object reference and entity</a:t>
            </a:r>
          </a:p>
        </p:txBody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EA6B24FB-FCFD-4118-B66F-3A333200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53575" y="2714625"/>
            <a:ext cx="19907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访问权限的理解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Understanding access rights</a:t>
            </a:r>
          </a:p>
        </p:txBody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32356CB1-3B62-4A32-B144-B5ECBB22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219828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F91BBDE3-27FB-4BEE-AB74-2B749F6C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1AE121AF-C720-4097-BDBE-68F3E943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90C9ACFA-A746-424C-AD0A-3AF58EA4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F0613288-8429-4A00-89F4-91824894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</a:t>
            </a:r>
            <a:endParaRPr/>
          </a:p>
        </p:txBody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1F9977B7-6DC6-41AF-865B-70C10368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编程语言的几个发展阶段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Several stages of development of programming languages</a:t>
            </a:r>
          </a:p>
        </p:txBody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B19A55F3-FB74-4E96-9D67-BB5DB175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977F434A-1937-406D-AD52-64BF8D57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12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编程语言随着计算机硬件与软件思想的发展，经历了从面向机器到面向过程、再到面向对象的演进。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With the development of computer hardware and software ideas, programming languages ​​have evolved from machine-oriented to process-oriented to object-oriented.</a:t>
            </a:r>
          </a:p>
        </p:txBody>
      </p: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67D851C4-1DBF-4ED7-B350-8100E085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ABE66D5A-7A6B-40B3-936C-24E8FD94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38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736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4.1.1 面向机器语言：用机器指令（如 0101 1100）编程，必须面向机器编写代码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4.1.1 Machine language-oriented: programming with machine instructions (such as 0101 1100), the code must be written for the machine</a:t>
            </a:r>
          </a:p>
        </p:txBody>
      </p:sp>
      <p:sp>
        <p:nvSpPr>
          <p:cNvPr id="1074" name="">
            <a:extLst xmlns:a="http://schemas.openxmlformats.org/drawingml/2006/main">
              <a:ext uri="{FF2B5EF4-FFF2-40B4-BE49-F238E27FC236}">
                <a16:creationId xmlns:a16="http://schemas.microsoft.com/office/drawing/2014/main" id="{59DAC3D6-FAAB-476D-9DD9-5CB42BD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5" name="">
            <a:extLst xmlns:a="http://schemas.openxmlformats.org/drawingml/2006/main">
              <a:ext uri="{FF2B5EF4-FFF2-40B4-BE49-F238E27FC236}">
                <a16:creationId xmlns:a16="http://schemas.microsoft.com/office/drawing/2014/main" id="{A1A87BEB-591E-455F-AAC5-B8F6FB55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4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4.1.2 面向过程语言（如 C）：把代码组成过程或函数块，不必关心机器指令细节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4.1.2 Process-oriented languages ​​(such as C): organize the code into procedures or function blocks, without caring about the details of machine instructions</a:t>
            </a:r>
          </a:p>
        </p:txBody>
      </p:sp>
      <p:sp>
        <p:nvSpPr>
          <p:cNvPr id="1076" name="">
            <a:extLst xmlns:a="http://schemas.openxmlformats.org/drawingml/2006/main">
              <a:ext uri="{FF2B5EF4-FFF2-40B4-BE49-F238E27FC236}">
                <a16:creationId xmlns:a16="http://schemas.microsoft.com/office/drawing/2014/main" id="{6BDB9C00-B614-4D5C-84A9-50043520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7" name="">
            <a:extLst xmlns:a="http://schemas.openxmlformats.org/drawingml/2006/main">
              <a:ext uri="{FF2B5EF4-FFF2-40B4-BE49-F238E27FC236}">
                <a16:creationId xmlns:a16="http://schemas.microsoft.com/office/drawing/2014/main" id="{8FA74247-32A2-4F74-8AB8-B42C75DB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737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4.1.3 面向对象语言：基于对象编程，更符合人的思维模式，鼓励创造性设计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4.1.3 Object-oriented language: Object-based programming is more in line with human thinking patterns and encourages creative design</a:t>
            </a:r>
          </a:p>
        </p:txBody>
      </p:sp>
      <p:sp>
        <p:nvSpPr>
          <p:cNvPr id="1078" name="">
            <a:extLst xmlns:a="http://schemas.openxmlformats.org/drawingml/2006/main">
              <a:ext uri="{FF2B5EF4-FFF2-40B4-BE49-F238E27FC236}">
                <a16:creationId xmlns:a16="http://schemas.microsoft.com/office/drawing/2014/main" id="{39DE4F1E-B4F4-4760-8101-544A6032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9" name="">
            <a:extLst xmlns:a="http://schemas.openxmlformats.org/drawingml/2006/main">
              <a:ext uri="{FF2B5EF4-FFF2-40B4-BE49-F238E27FC236}">
                <a16:creationId xmlns:a16="http://schemas.microsoft.com/office/drawing/2014/main" id="{8F222785-2D34-4430-9BFF-C50654DC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324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面向对象三大特性：封装性、继承、多态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Three major characteristics of object-oriented: encapsulation, inheritance, polymorphism</a:t>
            </a:r>
          </a:p>
        </p:txBody>
      </p:sp>
      <p:sp>
        <p:nvSpPr>
          <p:cNvPr id="1080" name="">
            <a:extLst xmlns:a="http://schemas.openxmlformats.org/drawingml/2006/main">
              <a:ext uri="{FF2B5EF4-FFF2-40B4-BE49-F238E27FC236}">
                <a16:creationId xmlns:a16="http://schemas.microsoft.com/office/drawing/2014/main" id="{08CED994-67D6-4733-BFE3-8370DF11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31561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0" name="">
            <a:extLst xmlns:a="http://schemas.openxmlformats.org/drawingml/2006/main">
              <a:ext uri="{FF2B5EF4-FFF2-40B4-BE49-F238E27FC236}">
                <a16:creationId xmlns:a16="http://schemas.microsoft.com/office/drawing/2014/main" id="{23CF4A7B-3A43-41D7-9F4F-EC8B3B6F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01" name="">
            <a:extLst xmlns:a="http://schemas.openxmlformats.org/drawingml/2006/main">
              <a:ext uri="{FF2B5EF4-FFF2-40B4-BE49-F238E27FC236}">
                <a16:creationId xmlns:a16="http://schemas.microsoft.com/office/drawing/2014/main" id="{8E9C67F6-80A5-47E5-8FDA-8390F8C8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02" name="">
            <a:extLst xmlns:a="http://schemas.openxmlformats.org/drawingml/2006/main">
              <a:ext uri="{FF2B5EF4-FFF2-40B4-BE49-F238E27FC236}">
                <a16:creationId xmlns:a16="http://schemas.microsoft.com/office/drawing/2014/main" id="{8521C860-C0C1-4B6D-B0A5-8C3AB43C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203" name="">
            <a:extLst xmlns:a="http://schemas.openxmlformats.org/drawingml/2006/main">
              <a:ext uri="{FF2B5EF4-FFF2-40B4-BE49-F238E27FC236}">
                <a16:creationId xmlns:a16="http://schemas.microsoft.com/office/drawing/2014/main" id="{38E4DAA2-C1A5-49BC-B122-60F4B4BC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§4.1.3</a:t>
            </a:r>
            <a:endParaRPr/>
          </a:p>
        </p:txBody>
      </p:sp>
      <p:sp>
        <p:nvSpPr>
          <p:cNvPr id="1204" name="">
            <a:extLst xmlns:a="http://schemas.openxmlformats.org/drawingml/2006/main">
              <a:ext uri="{FF2B5EF4-FFF2-40B4-BE49-F238E27FC236}">
                <a16:creationId xmlns:a16="http://schemas.microsoft.com/office/drawing/2014/main" id="{A7A0C56F-0689-4BD1-8E27-FC3A50BA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面向过程 vs 面向对象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Process Oriented vs Object Oriented</a:t>
            </a:r>
          </a:p>
        </p:txBody>
      </p:sp>
      <p:sp>
        <p:nvSpPr>
          <p:cNvPr id="1205" name="">
            <a:extLst xmlns:a="http://schemas.openxmlformats.org/drawingml/2006/main">
              <a:ext uri="{FF2B5EF4-FFF2-40B4-BE49-F238E27FC236}">
                <a16:creationId xmlns:a16="http://schemas.microsoft.com/office/drawing/2014/main" id="{F37EE046-CD4F-45BF-949B-5994FA6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06" name="">
            <a:extLst xmlns:a="http://schemas.openxmlformats.org/drawingml/2006/main">
              <a:ext uri="{FF2B5EF4-FFF2-40B4-BE49-F238E27FC236}">
                <a16:creationId xmlns:a16="http://schemas.microsoft.com/office/drawing/2014/main" id="{266E956F-A932-4BAD-9BDD-D42941C5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956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核心理念的区别在于“行为是否有主体”。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difference in the core concept is "whether the behavior has a subject."</a:t>
            </a:r>
          </a:p>
        </p:txBody>
      </p:sp>
      <p:sp>
        <p:nvSpPr>
          <p:cNvPr id="1207" name="">
            <a:extLst xmlns:a="http://schemas.openxmlformats.org/drawingml/2006/main">
              <a:ext uri="{FF2B5EF4-FFF2-40B4-BE49-F238E27FC236}">
                <a16:creationId xmlns:a16="http://schemas.microsoft.com/office/drawing/2014/main" id="{F4B87B3D-9346-4E0F-B1C7-7CDD1FFA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295400"/>
            <a:ext cx="3695700" cy="4752975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6DCE5"/>
            </a:solidFill>
            <a:prstDash val="solid"/>
          </a:ln>
          <a:effectLst xmlns:a="http://schemas.openxmlformats.org/drawingml/2006/main"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08" name="">
            <a:extLst xmlns:a="http://schemas.openxmlformats.org/drawingml/2006/main">
              <a:ext uri="{FF2B5EF4-FFF2-40B4-BE49-F238E27FC236}">
                <a16:creationId xmlns:a16="http://schemas.microsoft.com/office/drawing/2014/main" id="{E9AD0DE7-059C-4F5F-8B89-45B8BEC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1485900"/>
            <a:ext cx="32766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45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面向过程语言（如 C）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Procedure-oriented language (such as C)</a:t>
            </a:r>
          </a:p>
        </p:txBody>
      </p:sp>
      <p:sp>
        <p:nvSpPr>
          <p:cNvPr id="1209" name="">
            <a:extLst xmlns:a="http://schemas.openxmlformats.org/drawingml/2006/main">
              <a:ext uri="{FF2B5EF4-FFF2-40B4-BE49-F238E27FC236}">
                <a16:creationId xmlns:a16="http://schemas.microsoft.com/office/drawing/2014/main" id="{C862DC36-CF52-4082-B8B6-DCF7487B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18383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10" name="">
            <a:extLst xmlns:a="http://schemas.openxmlformats.org/drawingml/2006/main">
              <a:ext uri="{FF2B5EF4-FFF2-40B4-BE49-F238E27FC236}">
                <a16:creationId xmlns:a16="http://schemas.microsoft.com/office/drawing/2014/main" id="{2017DCD7-B626-42BB-A940-6EA2EEB9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2019300"/>
            <a:ext cx="32766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210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以函数/过程为程序基本执行单位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Use function/procedure as the basic execution unit of the program</a:t>
            </a:r>
          </a:p>
        </p:txBody>
      </p:sp>
      <p:sp>
        <p:nvSpPr>
          <p:cNvPr id="1211" name="">
            <a:extLst xmlns:a="http://schemas.openxmlformats.org/drawingml/2006/main">
              <a:ext uri="{FF2B5EF4-FFF2-40B4-BE49-F238E27FC236}">
                <a16:creationId xmlns:a16="http://schemas.microsoft.com/office/drawing/2014/main" id="{0F1FBCC2-02FD-435C-8DB2-0F46E0CC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2352675"/>
            <a:ext cx="3276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317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行为缺少“主体”，谁执行行为并不明确（说话没主语）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The behavior lacks a "subject" and it is not clear who performs the behavior (the speech has no subject)</a:t>
            </a:r>
          </a:p>
        </p:txBody>
      </p:sp>
      <p:sp>
        <p:nvSpPr>
          <p:cNvPr id="1212" name="">
            <a:extLst xmlns:a="http://schemas.openxmlformats.org/drawingml/2006/main">
              <a:ext uri="{FF2B5EF4-FFF2-40B4-BE49-F238E27FC236}">
                <a16:creationId xmlns:a16="http://schemas.microsoft.com/office/drawing/2014/main" id="{4ACD3300-4384-4BA5-A82C-6CC47DB0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2962275"/>
            <a:ext cx="32766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关注“做什么、怎么做”的步骤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Focus on the “what to do and how to do it” steps</a:t>
            </a:r>
          </a:p>
        </p:txBody>
      </p:sp>
      <p:sp>
        <p:nvSpPr>
          <p:cNvPr id="1213" name="">
            <a:extLst xmlns:a="http://schemas.openxmlformats.org/drawingml/2006/main">
              <a:ext uri="{FF2B5EF4-FFF2-40B4-BE49-F238E27FC236}">
                <a16:creationId xmlns:a16="http://schemas.microsoft.com/office/drawing/2014/main" id="{C4F42E4F-1347-4427-8FC1-EBF5A6B3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3295650"/>
            <a:ext cx="32766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数据与操作相分离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Separation of data and operations</a:t>
            </a:r>
          </a:p>
        </p:txBody>
      </p:sp>
      <p:sp>
        <p:nvSpPr>
          <p:cNvPr id="1214" name="">
            <a:extLst xmlns:a="http://schemas.openxmlformats.org/drawingml/2006/main">
              <a:ext uri="{FF2B5EF4-FFF2-40B4-BE49-F238E27FC236}">
                <a16:creationId xmlns:a16="http://schemas.microsoft.com/office/drawing/2014/main" id="{C891C268-678F-4D3B-90C3-211FA2E8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48625" y="1295400"/>
            <a:ext cx="3686175" cy="4752975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6DCE5"/>
            </a:solidFill>
            <a:prstDash val="solid"/>
          </a:ln>
          <a:effectLst xmlns:a="http://schemas.openxmlformats.org/drawingml/2006/main"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15" name="">
            <a:extLst xmlns:a="http://schemas.openxmlformats.org/drawingml/2006/main">
              <a:ext uri="{FF2B5EF4-FFF2-40B4-BE49-F238E27FC236}">
                <a16:creationId xmlns:a16="http://schemas.microsoft.com/office/drawing/2014/main" id="{9E04878D-21B2-4FE6-8495-E2C50F05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1485900"/>
            <a:ext cx="32670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45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面向对象语言（如 Java）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Object-oriented languages ​​(such as Java)</a:t>
            </a:r>
          </a:p>
        </p:txBody>
      </p:sp>
      <p:sp>
        <p:nvSpPr>
          <p:cNvPr id="1216" name="">
            <a:extLst xmlns:a="http://schemas.openxmlformats.org/drawingml/2006/main">
              <a:ext uri="{FF2B5EF4-FFF2-40B4-BE49-F238E27FC236}">
                <a16:creationId xmlns:a16="http://schemas.microsoft.com/office/drawing/2014/main" id="{2CD53604-6D0F-4447-B201-F4555930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18383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17" name="">
            <a:extLst xmlns:a="http://schemas.openxmlformats.org/drawingml/2006/main">
              <a:ext uri="{FF2B5EF4-FFF2-40B4-BE49-F238E27FC236}">
                <a16:creationId xmlns:a16="http://schemas.microsoft.com/office/drawing/2014/main" id="{86E8AAB0-A621-4BF5-A76D-8832370C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2019300"/>
            <a:ext cx="32670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351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以“对象”为核心，一切围绕对象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With "object" as the core, everything revolves around the object</a:t>
            </a:r>
          </a:p>
        </p:txBody>
      </p:sp>
      <p:sp>
        <p:nvSpPr>
          <p:cNvPr id="1218" name="">
            <a:extLst xmlns:a="http://schemas.openxmlformats.org/drawingml/2006/main">
              <a:ext uri="{FF2B5EF4-FFF2-40B4-BE49-F238E27FC236}">
                <a16:creationId xmlns:a16="http://schemas.microsoft.com/office/drawing/2014/main" id="{A644D356-2C6B-47AC-90EE-35FB049C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2352675"/>
            <a:ext cx="3267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324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方法必须指定主体，如“奔驰车刹车了”（说话有主语）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The method must specify the subject, such as "The Mercedes-Benz brakes" (the speech has a subject)</a:t>
            </a:r>
          </a:p>
        </p:txBody>
      </p:sp>
      <p:sp>
        <p:nvSpPr>
          <p:cNvPr id="1219" name="">
            <a:extLst xmlns:a="http://schemas.openxmlformats.org/drawingml/2006/main">
              <a:ext uri="{FF2B5EF4-FFF2-40B4-BE49-F238E27FC236}">
                <a16:creationId xmlns:a16="http://schemas.microsoft.com/office/drawing/2014/main" id="{AA73D0FB-9A62-4AA7-9997-CE20C4BF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2962275"/>
            <a:ext cx="3267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133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更符合人的思维模式，易维护、易扩展、易复用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More in line with human thinking mode, easy to maintain, easy to expand and easy to reuse</a:t>
            </a:r>
          </a:p>
        </p:txBody>
      </p:sp>
      <p:sp>
        <p:nvSpPr>
          <p:cNvPr id="1220" name="">
            <a:extLst xmlns:a="http://schemas.openxmlformats.org/drawingml/2006/main">
              <a:ext uri="{FF2B5EF4-FFF2-40B4-BE49-F238E27FC236}">
                <a16:creationId xmlns:a16="http://schemas.microsoft.com/office/drawing/2014/main" id="{A4F9BC32-AB1F-40CD-88FA-1FD94736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3571875"/>
            <a:ext cx="32670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124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封装、继承、多态三大特性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Three major features: encapsulation, inheritance, and polymorphism</a:t>
            </a:r>
          </a:p>
        </p:txBody>
      </p:sp>
      <p:sp>
        <p:nvSpPr>
          <p:cNvPr id="1221" name="">
            <a:extLst xmlns:a="http://schemas.openxmlformats.org/drawingml/2006/main">
              <a:ext uri="{FF2B5EF4-FFF2-40B4-BE49-F238E27FC236}">
                <a16:creationId xmlns:a16="http://schemas.microsoft.com/office/drawing/2014/main" id="{165027ED-CDCA-4C64-9125-B13A5E23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24885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7" name="">
            <a:extLst xmlns:a="http://schemas.openxmlformats.org/drawingml/2006/main">
              <a:ext uri="{FF2B5EF4-FFF2-40B4-BE49-F238E27FC236}">
                <a16:creationId xmlns:a16="http://schemas.microsoft.com/office/drawing/2014/main" id="{0FB6A2C3-42E6-429D-96AB-D9763DB4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48" name="">
            <a:extLst xmlns:a="http://schemas.openxmlformats.org/drawingml/2006/main">
              <a:ext uri="{FF2B5EF4-FFF2-40B4-BE49-F238E27FC236}">
                <a16:creationId xmlns:a16="http://schemas.microsoft.com/office/drawing/2014/main" id="{CBA8ABD2-6B60-415A-A709-1D116914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49" name="">
            <a:extLst xmlns:a="http://schemas.openxmlformats.org/drawingml/2006/main">
              <a:ext uri="{FF2B5EF4-FFF2-40B4-BE49-F238E27FC236}">
                <a16:creationId xmlns:a16="http://schemas.microsoft.com/office/drawing/2014/main" id="{F14240A9-0A2D-4352-B802-3875E1BD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350" name="">
            <a:extLst xmlns:a="http://schemas.openxmlformats.org/drawingml/2006/main">
              <a:ext uri="{FF2B5EF4-FFF2-40B4-BE49-F238E27FC236}">
                <a16:creationId xmlns:a16="http://schemas.microsoft.com/office/drawing/2014/main" id="{5FADD956-C917-4925-9C29-6B63944D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§4.2</a:t>
            </a:r>
            <a:endParaRPr/>
          </a:p>
        </p:txBody>
      </p:sp>
      <p:sp>
        <p:nvSpPr>
          <p:cNvPr id="1351" name="">
            <a:extLst xmlns:a="http://schemas.openxmlformats.org/drawingml/2006/main">
              <a:ext uri="{FF2B5EF4-FFF2-40B4-BE49-F238E27FC236}">
                <a16:creationId xmlns:a16="http://schemas.microsoft.com/office/drawing/2014/main" id="{CE9A05DD-36FE-4F45-86CA-B2E0830D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kind</a:t>
            </a:r>
          </a:p>
        </p:txBody>
      </p:sp>
      <p:sp>
        <p:nvSpPr>
          <p:cNvPr id="1352" name="">
            <a:extLst xmlns:a="http://schemas.openxmlformats.org/drawingml/2006/main">
              <a:ext uri="{FF2B5EF4-FFF2-40B4-BE49-F238E27FC236}">
                <a16:creationId xmlns:a16="http://schemas.microsoft.com/office/drawing/2014/main" id="{D05AB622-3E48-4792-9AFF-F3D2408D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53" name="">
            <a:extLst xmlns:a="http://schemas.openxmlformats.org/drawingml/2006/main">
              <a:ext uri="{FF2B5EF4-FFF2-40B4-BE49-F238E27FC236}">
                <a16:creationId xmlns:a16="http://schemas.microsoft.com/office/drawing/2014/main" id="{A0E96B88-83B0-460F-AB57-4FBD5F3B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12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类是 Java 语言中最重要的“数据类型”；类声明的变量被称作对象，类是用来创建对象的模板。源程序由若干个类组成，源文件是扩展名为 .java 的文本文件。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Classes are the most important "data types" in the Java; variables declared by classes are called objects, and classes are templates used to create objects. The source program consists of several classes, and the source file is a text file with the extension .java.</a:t>
            </a:r>
          </a:p>
        </p:txBody>
      </p:sp>
      <p:sp>
        <p:nvSpPr>
          <p:cNvPr id="1354" name="">
            <a:extLst xmlns:a="http://schemas.openxmlformats.org/drawingml/2006/main">
              <a:ext uri="{FF2B5EF4-FFF2-40B4-BE49-F238E27FC236}">
                <a16:creationId xmlns:a16="http://schemas.microsoft.com/office/drawing/2014/main" id="{193DDBC7-D8E0-42BC-99AB-CF4051BD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638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55" name="">
            <a:extLst xmlns:a="http://schemas.openxmlformats.org/drawingml/2006/main">
              <a:ext uri="{FF2B5EF4-FFF2-40B4-BE49-F238E27FC236}">
                <a16:creationId xmlns:a16="http://schemas.microsoft.com/office/drawing/2014/main" id="{EF68E54F-C8C9-4D76-90FD-11F47EF0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5240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类的实现包括两部分：类声明和类体；基本格式：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 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类名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 { 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类体的内容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 }</a:t>
            </a:r>
            <a:endParaRPr/>
          </a:p>
        </p:txBody>
      </p:sp>
      <p:sp>
        <p:nvSpPr>
          <p:cNvPr id="1356" name="">
            <a:extLst xmlns:a="http://schemas.openxmlformats.org/drawingml/2006/main">
              <a:ext uri="{FF2B5EF4-FFF2-40B4-BE49-F238E27FC236}">
                <a16:creationId xmlns:a16="http://schemas.microsoft.com/office/drawing/2014/main" id="{4C2181CB-83E8-4583-814C-568842BA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200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57" name="">
            <a:extLst xmlns:a="http://schemas.openxmlformats.org/drawingml/2006/main">
              <a:ext uri="{FF2B5EF4-FFF2-40B4-BE49-F238E27FC236}">
                <a16:creationId xmlns:a16="http://schemas.microsoft.com/office/drawing/2014/main" id="{C81A26F2-76CC-49B6-A1C2-E679D134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0859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 是关键字；类名必须是合法的 Java 标识符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 is a keyword; the class name must be a legal Java identifier</a:t>
            </a:r>
          </a:p>
        </p:txBody>
      </p:sp>
      <p:sp>
        <p:nvSpPr>
          <p:cNvPr id="1358" name="">
            <a:extLst xmlns:a="http://schemas.openxmlformats.org/drawingml/2006/main">
              <a:ext uri="{FF2B5EF4-FFF2-40B4-BE49-F238E27FC236}">
                <a16:creationId xmlns:a16="http://schemas.microsoft.com/office/drawing/2014/main" id="{B5B6CC80-FDDA-4200-B2AD-1F25369B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62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59" name="">
            <a:extLst xmlns:a="http://schemas.openxmlformats.org/drawingml/2006/main">
              <a:ext uri="{FF2B5EF4-FFF2-40B4-BE49-F238E27FC236}">
                <a16:creationId xmlns:a16="http://schemas.microsoft.com/office/drawing/2014/main" id="{1C1C3600-3ACB-4877-8BC6-41E2979A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479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两个大括号及其间的内容是类体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two curly braces and the content between them are the class body</a:t>
            </a:r>
          </a:p>
        </p:txBody>
      </p:sp>
      <p:sp>
        <p:nvSpPr>
          <p:cNvPr id="1360" name="">
            <a:extLst xmlns:a="http://schemas.openxmlformats.org/drawingml/2006/main">
              <a:ext uri="{FF2B5EF4-FFF2-40B4-BE49-F238E27FC236}">
                <a16:creationId xmlns:a16="http://schemas.microsoft.com/office/drawing/2014/main" id="{4F7C1AD5-67B1-4757-8F20-45876614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24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61" name="">
            <a:extLst xmlns:a="http://schemas.openxmlformats.org/drawingml/2006/main">
              <a:ext uri="{FF2B5EF4-FFF2-40B4-BE49-F238E27FC236}">
                <a16:creationId xmlns:a16="http://schemas.microsoft.com/office/drawing/2014/main" id="{31C8A9EE-D4FA-4AF7-9499-3D2E7F85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99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549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类比：类好比“蓝图”，对象好比按蓝图建造的“房子”（见示意图）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Analogy: A class is like a "blueprint", and an object is like a "house" built according to the blueprint (see diagram)</a:t>
            </a:r>
          </a:p>
        </p:txBody>
      </p:sp>
      <p:pic>
        <p:nvPicPr>
          <p:cNvPr id="13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20499114a4d8f"/>
          <a:srcRect xmlns:a="http://schemas.openxmlformats.org/drawingml/2006/main" l="0" t="13" r="0" b="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48300" y="3924300"/>
            <a:ext cx="5029200" cy="1905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363" name="">
            <a:extLst xmlns:a="http://schemas.openxmlformats.org/drawingml/2006/main">
              <a:ext uri="{FF2B5EF4-FFF2-40B4-BE49-F238E27FC236}">
                <a16:creationId xmlns:a16="http://schemas.microsoft.com/office/drawing/2014/main" id="{892D513E-4260-4132-9FA7-DE7E14FE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65583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0" name="">
            <a:extLst xmlns:a="http://schemas.openxmlformats.org/drawingml/2006/main">
              <a:ext uri="{FF2B5EF4-FFF2-40B4-BE49-F238E27FC236}">
                <a16:creationId xmlns:a16="http://schemas.microsoft.com/office/drawing/2014/main" id="{1AAD4867-3461-4106-8B8D-C5B21F4B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01" name="">
            <a:extLst xmlns:a="http://schemas.openxmlformats.org/drawingml/2006/main">
              <a:ext uri="{FF2B5EF4-FFF2-40B4-BE49-F238E27FC236}">
                <a16:creationId xmlns:a16="http://schemas.microsoft.com/office/drawing/2014/main" id="{5559C69E-3BC5-4681-8B89-02E1D6F6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02" name="">
            <a:extLst xmlns:a="http://schemas.openxmlformats.org/drawingml/2006/main">
              <a:ext uri="{FF2B5EF4-FFF2-40B4-BE49-F238E27FC236}">
                <a16:creationId xmlns:a16="http://schemas.microsoft.com/office/drawing/2014/main" id="{B7C6DB56-B70E-4738-8A3B-22D114A6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503" name="">
            <a:extLst xmlns:a="http://schemas.openxmlformats.org/drawingml/2006/main">
              <a:ext uri="{FF2B5EF4-FFF2-40B4-BE49-F238E27FC236}">
                <a16:creationId xmlns:a16="http://schemas.microsoft.com/office/drawing/2014/main" id="{80418E63-5F04-4173-A315-9C48A948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§4.2.1</a:t>
            </a:r>
            <a:endParaRPr/>
          </a:p>
        </p:txBody>
      </p:sp>
      <p:sp>
        <p:nvSpPr>
          <p:cNvPr id="1504" name="">
            <a:extLst xmlns:a="http://schemas.openxmlformats.org/drawingml/2006/main">
              <a:ext uri="{FF2B5EF4-FFF2-40B4-BE49-F238E27FC236}">
                <a16:creationId xmlns:a16="http://schemas.microsoft.com/office/drawing/2014/main" id="{63C7C944-F18D-45DC-8CF5-B03A3BC9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类声明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class declaration</a:t>
            </a:r>
          </a:p>
        </p:txBody>
      </p:sp>
      <p:sp>
        <p:nvSpPr>
          <p:cNvPr id="1505" name="">
            <a:extLst xmlns:a="http://schemas.openxmlformats.org/drawingml/2006/main">
              <a:ext uri="{FF2B5EF4-FFF2-40B4-BE49-F238E27FC236}">
                <a16:creationId xmlns:a16="http://schemas.microsoft.com/office/drawing/2014/main" id="{DCF7784A-F304-4FFB-BA14-A14E35C8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06" name="">
            <a:extLst xmlns:a="http://schemas.openxmlformats.org/drawingml/2006/main">
              <a:ext uri="{FF2B5EF4-FFF2-40B4-BE49-F238E27FC236}">
                <a16:creationId xmlns:a16="http://schemas.microsoft.com/office/drawing/2014/main" id="{8FCC8B48-CCD3-4E44-B5D5-DA1ADEC6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写类的目的是为了描述一类事物共有的属性和功能。类声明的基本形式：class 类名。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purpose of writing a class is to describe the common attributes and functions of a class of things. The basic form of class declaration: class class name.</a:t>
            </a:r>
          </a:p>
        </p:txBody>
      </p:sp>
      <p:sp>
        <p:nvSpPr>
          <p:cNvPr id="1507" name="">
            <a:extLst xmlns:a="http://schemas.openxmlformats.org/drawingml/2006/main">
              <a:ext uri="{FF2B5EF4-FFF2-40B4-BE49-F238E27FC236}">
                <a16:creationId xmlns:a16="http://schemas.microsoft.com/office/drawing/2014/main" id="{2DC7CA50-E5AB-4F62-8E3B-81845AA1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505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08" name="">
            <a:extLst xmlns:a="http://schemas.openxmlformats.org/drawingml/2006/main">
              <a:ext uri="{FF2B5EF4-FFF2-40B4-BE49-F238E27FC236}">
                <a16:creationId xmlns:a16="http://schemas.microsoft.com/office/drawing/2014/main" id="{F4B29C00-3AE4-44B6-A5CC-0F953D4B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3907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类声明：class 类名（如 class People、class 植物）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 declaration: class class name (such as class People, class Plant)</a:t>
            </a:r>
          </a:p>
        </p:txBody>
      </p:sp>
      <p:sp>
        <p:nvSpPr>
          <p:cNvPr id="1509" name="">
            <a:extLst xmlns:a="http://schemas.openxmlformats.org/drawingml/2006/main">
              <a:ext uri="{FF2B5EF4-FFF2-40B4-BE49-F238E27FC236}">
                <a16:creationId xmlns:a16="http://schemas.microsoft.com/office/drawing/2014/main" id="{6C275454-3A43-4F60-90CD-7092E337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67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10" name="">
            <a:extLst xmlns:a="http://schemas.openxmlformats.org/drawingml/2006/main">
              <a:ext uri="{FF2B5EF4-FFF2-40B4-BE49-F238E27FC236}">
                <a16:creationId xmlns:a16="http://schemas.microsoft.com/office/drawing/2014/main" id="{1D3DFD96-BF6C-46EC-8E01-9D65623F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527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810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“class People”和“class 植物”称作类声明；People、植物分别是类名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"Class People" and "class Plant" are called class declarations; People and Plant are class names respectively.</a:t>
            </a:r>
          </a:p>
        </p:txBody>
      </p:sp>
      <p:sp>
        <p:nvSpPr>
          <p:cNvPr id="1511" name="">
            <a:extLst xmlns:a="http://schemas.openxmlformats.org/drawingml/2006/main">
              <a:ext uri="{FF2B5EF4-FFF2-40B4-BE49-F238E27FC236}">
                <a16:creationId xmlns:a16="http://schemas.microsoft.com/office/drawing/2014/main" id="{3FE4838C-DC2F-4323-A9D7-C16CE1BC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629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12" name="">
            <a:extLst xmlns:a="http://schemas.openxmlformats.org/drawingml/2006/main">
              <a:ext uri="{FF2B5EF4-FFF2-40B4-BE49-F238E27FC236}">
                <a16:creationId xmlns:a16="http://schemas.microsoft.com/office/drawing/2014/main" id="{62CD2F37-74B6-4308-9C80-2449DDEA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5147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命名风格（非语法要求，但应遵守）：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Naming style (not a syntax requirement, but should be followed):</a:t>
            </a:r>
          </a:p>
        </p:txBody>
      </p:sp>
      <p:sp>
        <p:nvSpPr>
          <p:cNvPr id="1513" name="">
            <a:extLst xmlns:a="http://schemas.openxmlformats.org/drawingml/2006/main">
              <a:ext uri="{FF2B5EF4-FFF2-40B4-BE49-F238E27FC236}">
                <a16:creationId xmlns:a16="http://schemas.microsoft.com/office/drawing/2014/main" id="{9A64076F-B0F5-491D-881E-FAB49F35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4375" y="42291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556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14" name="">
            <a:extLst xmlns:a="http://schemas.openxmlformats.org/drawingml/2006/main">
              <a:ext uri="{FF2B5EF4-FFF2-40B4-BE49-F238E27FC236}">
                <a16:creationId xmlns:a16="http://schemas.microsoft.com/office/drawing/2014/main" id="{B862D0AE-F862-4ECC-AA3A-4A16DFDA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5825" y="4133850"/>
            <a:ext cx="70389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125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① 类名首字母使用大写字母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① Use capital letters for the first letter of the class name</a:t>
            </a:r>
          </a:p>
        </p:txBody>
      </p:sp>
      <p:sp>
        <p:nvSpPr>
          <p:cNvPr id="1515" name="">
            <a:extLst xmlns:a="http://schemas.openxmlformats.org/drawingml/2006/main">
              <a:ext uri="{FF2B5EF4-FFF2-40B4-BE49-F238E27FC236}">
                <a16:creationId xmlns:a16="http://schemas.microsoft.com/office/drawing/2014/main" id="{9C577EE9-412A-494B-A848-1BBB1ADB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4375" y="4752975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556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16" name="">
            <a:extLst xmlns:a="http://schemas.openxmlformats.org/drawingml/2006/main">
              <a:ext uri="{FF2B5EF4-FFF2-40B4-BE49-F238E27FC236}">
                <a16:creationId xmlns:a16="http://schemas.microsoft.com/office/drawing/2014/main" id="{DB082533-2AA9-413B-90F0-C1AA9512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5825" y="4657725"/>
            <a:ext cx="70389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003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② 类名见名知意；多个单词复合时每个单词首字母大写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② The meaning of the class name is obvious; when multiple words are combined, the first letter of each word is capitalized</a:t>
            </a:r>
          </a:p>
        </p:txBody>
      </p:sp>
      <p:sp>
        <p:nvSpPr>
          <p:cNvPr id="1517" name="">
            <a:extLst xmlns:a="http://schemas.openxmlformats.org/drawingml/2006/main">
              <a:ext uri="{FF2B5EF4-FFF2-40B4-BE49-F238E27FC236}">
                <a16:creationId xmlns:a16="http://schemas.microsoft.com/office/drawing/2014/main" id="{2603197A-76AC-4F72-A941-E03EB323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92772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8" name="">
            <a:extLst xmlns:a="http://schemas.openxmlformats.org/drawingml/2006/main">
              <a:ext uri="{FF2B5EF4-FFF2-40B4-BE49-F238E27FC236}">
                <a16:creationId xmlns:a16="http://schemas.microsoft.com/office/drawing/2014/main" id="{60189FE4-F73B-40A1-9A52-63DA4AB1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49" name="">
            <a:extLst xmlns:a="http://schemas.openxmlformats.org/drawingml/2006/main">
              <a:ext uri="{FF2B5EF4-FFF2-40B4-BE49-F238E27FC236}">
                <a16:creationId xmlns:a16="http://schemas.microsoft.com/office/drawing/2014/main" id="{BED79BB3-3A95-4DF1-97D5-617D1DB9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50" name="">
            <a:extLst xmlns:a="http://schemas.openxmlformats.org/drawingml/2006/main">
              <a:ext uri="{FF2B5EF4-FFF2-40B4-BE49-F238E27FC236}">
                <a16:creationId xmlns:a16="http://schemas.microsoft.com/office/drawing/2014/main" id="{A3947760-F838-4A4A-AE8F-5FEB4418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651" name="">
            <a:extLst xmlns:a="http://schemas.openxmlformats.org/drawingml/2006/main">
              <a:ext uri="{FF2B5EF4-FFF2-40B4-BE49-F238E27FC236}">
                <a16:creationId xmlns:a16="http://schemas.microsoft.com/office/drawing/2014/main" id="{AF061704-1FF8-4B2F-8C39-316B8918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§4.2.2</a:t>
            </a:r>
            <a:endParaRPr/>
          </a:p>
        </p:txBody>
      </p:sp>
      <p:sp>
        <p:nvSpPr>
          <p:cNvPr id="1652" name="">
            <a:extLst xmlns:a="http://schemas.openxmlformats.org/drawingml/2006/main">
              <a:ext uri="{FF2B5EF4-FFF2-40B4-BE49-F238E27FC236}">
                <a16:creationId xmlns:a16="http://schemas.microsoft.com/office/drawing/2014/main" id="{59594618-21C2-4EA7-88E3-3BA96DD5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类体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class body</a:t>
            </a:r>
          </a:p>
        </p:txBody>
      </p:sp>
      <p:sp>
        <p:nvSpPr>
          <p:cNvPr id="1653" name="">
            <a:extLst xmlns:a="http://schemas.openxmlformats.org/drawingml/2006/main">
              <a:ext uri="{FF2B5EF4-FFF2-40B4-BE49-F238E27FC236}">
                <a16:creationId xmlns:a16="http://schemas.microsoft.com/office/drawing/2014/main" id="{63127BB8-9732-43C4-80EF-3C767E81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54" name="">
            <a:extLst xmlns:a="http://schemas.openxmlformats.org/drawingml/2006/main">
              <a:ext uri="{FF2B5EF4-FFF2-40B4-BE49-F238E27FC236}">
                <a16:creationId xmlns:a16="http://schemas.microsoft.com/office/drawing/2014/main" id="{5C48F496-ED2C-4888-87AD-F5EBEA3F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526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类声明之后的一对大括号及其中内容称为类体；内容分两部分：变量声明（刻画属性）与方法定义（刻画行为）。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pair of curly brackets after the class declaration and the content inside are called the class body; the content is divided into two parts: variable declaration (characterizing attributes) and method definition (characterizing behavior).</a:t>
            </a:r>
          </a:p>
        </p:txBody>
      </p:sp>
      <p:sp>
        <p:nvSpPr>
          <p:cNvPr id="1655" name="">
            <a:extLst xmlns:a="http://schemas.openxmlformats.org/drawingml/2006/main">
              <a:ext uri="{FF2B5EF4-FFF2-40B4-BE49-F238E27FC236}">
                <a16:creationId xmlns:a16="http://schemas.microsoft.com/office/drawing/2014/main" id="{96DE4AFD-321D-4480-B1D0-840AB671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56" name="">
            <a:extLst xmlns:a="http://schemas.openxmlformats.org/drawingml/2006/main">
              <a:ext uri="{FF2B5EF4-FFF2-40B4-BE49-F238E27FC236}">
                <a16:creationId xmlns:a16="http://schemas.microsoft.com/office/drawing/2014/main" id="{7DFE0D2B-BCF9-4229-A75B-81D65376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20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类声明之后的一对大括号及其中内容称为类体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pair of curly braces after the class declaration and the contents inside are called the class body</a:t>
            </a:r>
          </a:p>
        </p:txBody>
      </p:sp>
      <p:sp>
        <p:nvSpPr>
          <p:cNvPr id="1657" name="">
            <a:extLst xmlns:a="http://schemas.openxmlformats.org/drawingml/2006/main">
              <a:ext uri="{FF2B5EF4-FFF2-40B4-BE49-F238E27FC236}">
                <a16:creationId xmlns:a16="http://schemas.microsoft.com/office/drawing/2014/main" id="{B8DEFAB3-A6E0-4656-A842-B36D37ED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58" name="">
            <a:extLst xmlns:a="http://schemas.openxmlformats.org/drawingml/2006/main">
              <a:ext uri="{FF2B5EF4-FFF2-40B4-BE49-F238E27FC236}">
                <a16:creationId xmlns:a16="http://schemas.microsoft.com/office/drawing/2014/main" id="{74E12A4F-09E1-4BF2-9C5E-3577FA73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51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类体内容 = 变量声明（刻画属性）＋ 方法定义（刻画行为）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 body content = variable declaration (characterizing attributes) + method definition (characterizing behavior)</a:t>
            </a:r>
          </a:p>
        </p:txBody>
      </p:sp>
      <p:sp>
        <p:nvSpPr>
          <p:cNvPr id="1659" name="">
            <a:extLst xmlns:a="http://schemas.openxmlformats.org/drawingml/2006/main">
              <a:ext uri="{FF2B5EF4-FFF2-40B4-BE49-F238E27FC236}">
                <a16:creationId xmlns:a16="http://schemas.microsoft.com/office/drawing/2014/main" id="{664DB439-1BB8-4C32-A90D-A14BEB91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60" name="">
            <a:extLst xmlns:a="http://schemas.openxmlformats.org/drawingml/2006/main">
              <a:ext uri="{FF2B5EF4-FFF2-40B4-BE49-F238E27FC236}">
                <a16:creationId xmlns:a16="http://schemas.microsoft.com/office/drawing/2014/main" id="{F377B159-9FFE-42E0-B8D2-C1AD36B7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528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成员变量与方法的声明顺序可任意（见下页 Ladder 完整代码）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Member variables and methods can be declared in any order (see the complete code of Ladder on the next page)</a:t>
            </a:r>
          </a:p>
        </p:txBody>
      </p:sp>
      <p:sp>
        <p:nvSpPr>
          <p:cNvPr id="1661" name="">
            <a:extLst xmlns:a="http://schemas.openxmlformats.org/drawingml/2006/main">
              <a:ext uri="{FF2B5EF4-FFF2-40B4-BE49-F238E27FC236}">
                <a16:creationId xmlns:a16="http://schemas.microsoft.com/office/drawing/2014/main" id="{E997B0EA-A4B8-451C-AF47-C37F7FDE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179639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0" name="">
            <a:extLst xmlns:a="http://schemas.openxmlformats.org/drawingml/2006/main">
              <a:ext uri="{FF2B5EF4-FFF2-40B4-BE49-F238E27FC236}">
                <a16:creationId xmlns:a16="http://schemas.microsoft.com/office/drawing/2014/main" id="{0D850FD3-7FDA-4AFB-9A1E-E553C1AC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91" name="">
            <a:extLst xmlns:a="http://schemas.openxmlformats.org/drawingml/2006/main">
              <a:ext uri="{FF2B5EF4-FFF2-40B4-BE49-F238E27FC236}">
                <a16:creationId xmlns:a16="http://schemas.microsoft.com/office/drawing/2014/main" id="{DD7C9850-96BD-4044-88F5-611D3FAF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92" name="">
            <a:extLst xmlns:a="http://schemas.openxmlformats.org/drawingml/2006/main">
              <a:ext uri="{FF2B5EF4-FFF2-40B4-BE49-F238E27FC236}">
                <a16:creationId xmlns:a16="http://schemas.microsoft.com/office/drawing/2014/main" id="{129B20B8-78E1-4F50-B308-908F6F6B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793" name="">
            <a:extLst xmlns:a="http://schemas.openxmlformats.org/drawingml/2006/main">
              <a:ext uri="{FF2B5EF4-FFF2-40B4-BE49-F238E27FC236}">
                <a16:creationId xmlns:a16="http://schemas.microsoft.com/office/drawing/2014/main" id="{DD48BC51-2A27-4AF9-A0BC-4E980D44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§4.2.2</a:t>
            </a:r>
            <a:endParaRPr/>
          </a:p>
        </p:txBody>
      </p:sp>
      <p:sp>
        <p:nvSpPr>
          <p:cNvPr id="1794" name="">
            <a:extLst xmlns:a="http://schemas.openxmlformats.org/drawingml/2006/main">
              <a:ext uri="{FF2B5EF4-FFF2-40B4-BE49-F238E27FC236}">
                <a16:creationId xmlns:a16="http://schemas.microsoft.com/office/drawing/2014/main" id="{2F112ECF-E19A-4209-9045-2F323D87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类体示例：Ladder 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Class body example: Ladder class</a:t>
            </a:r>
          </a:p>
        </p:txBody>
      </p:sp>
      <p:sp>
        <p:nvSpPr>
          <p:cNvPr id="1795" name="">
            <a:extLst xmlns:a="http://schemas.openxmlformats.org/drawingml/2006/main">
              <a:ext uri="{FF2B5EF4-FFF2-40B4-BE49-F238E27FC236}">
                <a16:creationId xmlns:a16="http://schemas.microsoft.com/office/drawing/2014/main" id="{8F7D3809-EAEA-46BD-BCBC-3706E3D1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96" name="">
            <a:extLst xmlns:a="http://schemas.openxmlformats.org/drawingml/2006/main">
              <a:ext uri="{FF2B5EF4-FFF2-40B4-BE49-F238E27FC236}">
                <a16:creationId xmlns:a16="http://schemas.microsoft.com/office/drawing/2014/main" id="{9D2E81BC-3E1B-4EA6-8435-CDFA226D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Ladder 类体包含 4 个成员变量与 2 个方法，演示类体的完整结构。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Ladder class body contains 4 member variables and 2 methods, demonstrating the complete structure of the class body.</a:t>
            </a:r>
          </a:p>
        </p:txBody>
      </p:sp>
      <p:pic>
        <p:nvPicPr>
          <p:cNvPr id="18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8fa97a04e4c3b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772025" y="1600200"/>
            <a:ext cx="63436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798" name="">
            <a:extLst xmlns:a="http://schemas.openxmlformats.org/drawingml/2006/main">
              <a:ext uri="{FF2B5EF4-FFF2-40B4-BE49-F238E27FC236}">
                <a16:creationId xmlns:a16="http://schemas.microsoft.com/office/drawing/2014/main" id="{A8295570-74F3-4A12-A732-02A93404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5123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0E6F6-DB73-4A50-AE42-01B13083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C3AAC-1D0F-4DA3-A54A-01DA231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34245-65A6-4D0B-AB4A-E147B87A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33C00-DCA7-44F3-9DDE-4815B2E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§4.2.3</a:t>
            </a:r>
            <a:endParaRPr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15300-F196-44DA-9150-A3436964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成员变量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member variables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845EB-352E-4894-910D-C2CD798C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28876-60A7-4B70-9211-48518A7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类体中变量声明部分所声明的变量称为成员变量或域变量。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variables declared in the variable declaration part of the class body are called member variables or fields.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4694A-A06E-4865-ADB1-5C967749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552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456CA-8D4E-440B-AEEE-1E8930F9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438400"/>
            <a:ext cx="736282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① 类型可以是任意 Java 数据类型：基本类型（整型、浮点、字符、逻辑）或引用类型（数组、对象、接口）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① The type can be any Java data type: basic type (integer, floating point, character, logical) or reference type (array, object, interface)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8ECA9B-6B83-4EA9-B101-2DE0F1B6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05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F763A-5793-4607-867D-000207B7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3909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② 在整个类内的所有方法中都有效，与在类体中出现的位置无关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② Valid in all methods within the entire class, regardless of where it appears in the class body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57B05-98A6-43CC-BFDB-72030D7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067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166A8-CB30-4275-B621-23F237A5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9528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③ 声明时未指定初值，编译器会为其指定默认值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③ If no initial value is specified when declaring, the compiler will assign a default value.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C836F-7C44-415B-AA7E-B4C82ECC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629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C1C81C-E55B-442D-9ECD-CFD17FA3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5148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618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④ 若某变量初值依赖于另一变量，则被依赖者应先于它声明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④ If the initial value of a variable depends on another variable, the dependent one should be declared before 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2B3AB6-5100-474A-8336-DAC61171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14677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0188E73-AB4D-40FE-AA71-059AF41F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4A4FD32-03C0-4284-9021-E9DB8F20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32DF75C-F9A8-4504-9A3A-FB4C5863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BB39389-BF6B-4D29-835F-EEA2E0FB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90286B5-1CC4-4B5E-9EF1-827A9076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定义梯形类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Define ladder class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071353E-FBE5-40CA-8199-0F580C4A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E5CD3F5-7145-48C1-8271-87D9C4F6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686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成员变量可在类体任意位置声明——成员变量在整个类内所有方法中都有效，与声明位置无关（§4.2.3②）。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Member variables can be declared anywhere in the class body - member variables are valid in all methods within the entire class, regardless of the declaration position (§4.2.3②).</a:t>
            </a:r>
          </a:p>
        </p:txBody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d38d52d61408f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76850" y="1600200"/>
            <a:ext cx="532447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98BD788-3F05-4464-A82F-678EAC49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31190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48712D6-0149-4D56-9D6B-E056C288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7C64F19-F6ED-4D73-9A7B-F850FCD8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9C51C8A-E08C-4AE3-9209-D10D1D63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DCED058-4FA4-4375-BC35-7AA2AF22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§4.2.4</a:t>
            </a:r>
            <a:endParaRPr/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4C81417-53C6-4593-97CA-7AD213BE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方法（一）：方法声明（方法头）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Method (1): Method declaration (method header)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2B673B77-0D81-4B05-9C83-A279F8BB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E945B34-CCB7-4233-9B55-01CC42C5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278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方法头由方法的类型、名称、小括号及参数列表构成。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method header consists of the method's type, name, parentheses, and parameter list.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A3763AA-9714-4AA6-8256-235B9E16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428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EE26D3CB-929E-4232-9B8A-1F00C10C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3145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方法头：方法的类型、名称、小括号及参数列表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Method header: method type, name, parentheses and parameter list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3B56E521-AD8A-4BEB-960D-B576CA2C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990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2A3A295-2F07-45CA-98D6-BA250021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8765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889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方法返回类型可以是 Java 中任何数据类型；不需返回数据时必须是 void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method return type can be any data type in Java; it must be void when no data needs to be returned.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6A80988A-BC36-4DB1-AB9F-300BA5EA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438525"/>
            <a:ext cx="755332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6DCE5"/>
            </a:solidFill>
            <a:prstDash val="solid"/>
          </a:ln>
          <a:effectLst xmlns:a="http://schemas.openxmlformats.org/drawingml/2006/main"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79C63764-2385-4ED2-A889-89908D2D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3552825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int speak() { return 23; }</a:t>
            </a:r>
            <a:endParaRPr/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EEFD9AD1-24EC-4452-BAAD-5A5E803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390525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int add(int x, int y, int z) {</a:t>
            </a:r>
            <a:endParaRPr/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94AEC7AD-1099-49CD-9FFE-0F4BDC72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4257675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   return x + y + z;</a:t>
            </a:r>
            <a:endParaRPr/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1461DBCC-F1B8-4AD5-87EB-12E7C793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461010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}</a:t>
            </a:r>
            <a:endParaRPr/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290A20BF-E8EB-4F5D-A268-0B7E87EA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5777244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2622F316-F5C2-491E-885E-16DEE8D0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0FCBB43C-E582-45D4-AB53-894D3E4C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A7D9D705-A2AB-4942-818D-ED7F9F28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34FB58F6-ACD2-4D6E-9863-B98B8423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§4.2.4</a:t>
            </a:r>
            <a:endParaRPr/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B4C2D8C8-EF39-47B7-AF0F-13B8D967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方法（二）：方法体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Method (2): Method body</a:t>
            </a:r>
          </a:p>
        </p:txBody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0F131687-F2BF-4B5C-B91B-1BA4BE4C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1AB5D8E9-442B-441E-AD40-64ABA5F9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285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方法声明之后的一对大括号及其中内容称为方法体，包括局部变量的声明和 Java 语句。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pair of curly brackets after the method declaration and the content inside are called the method body, including the declaration of local variables and Java statements.</a:t>
            </a:r>
          </a:p>
        </p:txBody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5D6D8619-1ED7-44D9-94AF-6A46C91A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247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9AFC75A5-A0B4-4DE0-AC9F-9B355DE6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133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方法体：局部变量声明 ＋ Java 语句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Method body: local variable declaration + Java statement</a:t>
            </a:r>
          </a:p>
        </p:txBody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7D84F1AF-1D98-4FA6-BA6F-6BE69C5D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809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ADB7FF42-2491-4E56-AA9A-7212BCA8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955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066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局部变量只在方法内有效，且与其声明位置有关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Local variables are only valid within a method and are related to the location where they are declared.</a:t>
            </a:r>
          </a:p>
        </p:txBody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3CBD28E8-2FBA-413C-A15A-9AD5AD1C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257550"/>
            <a:ext cx="75533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6DCE5"/>
            </a:solidFill>
            <a:prstDash val="solid"/>
          </a:ln>
          <a:effectLst xmlns:a="http://schemas.openxmlformats.org/drawingml/2006/main"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7B6F73C6-FB48-4C65-B710-21D8ECE9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337185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int getSum(int n) {</a:t>
            </a:r>
            <a:endParaRPr/>
          </a:p>
        </p:txBody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FAEA6290-1C61-4601-A70B-F90C2257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3724275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   int sum = 0;</a:t>
            </a:r>
            <a:endParaRPr/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B65628E0-C79F-4570-B718-619B337C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407670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   for (int i = 1; i &lt;= n; i++) sum += i;</a:t>
            </a:r>
            <a:endParaRPr/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7F0CDD8D-5269-4CCB-805C-6A28E9BD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4429125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   return sum;</a:t>
            </a:r>
            <a:endParaRPr/>
          </a:p>
        </p:txBody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BB9EF05A-DC26-4098-B465-722B44FC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478155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}</a:t>
            </a:r>
            <a:endParaRPr/>
          </a:p>
        </p:txBody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CC81C5E5-15EA-4A04-B6BA-C0E7A132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32941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3C0EFB3-C1BD-449A-A343-86F29655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C3135FAE-0D66-4EAF-BDB3-C7CC00DB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43FF6D1C-EEEF-45E7-B2FA-DC1C77B4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6C6BCC67-0E30-4EA1-8F4A-07F67259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§4.2.4</a:t>
            </a:r>
            <a:endParaRPr/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2B9476F8-5432-4219-AD2F-0B8CB2CE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区分成员变量和局部变量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Distinguish between member variables and local variables</a:t>
            </a: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F325989C-C3F5-4A5E-9502-DC9B7BEF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0A42A889-69A6-45D3-AFB3-08783FAB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592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局部变量与成员变量同名时，成员变量被隐藏（该方法内暂时失效）；用 this 访问被隐藏的成员变量（§4.9 详讲）。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When a local variable has the same name as a member variable, the member variable is hidden (temporarily invalid in this method); use this to access the hidden member variable (details in §4.9).</a:t>
            </a:r>
          </a:p>
        </p:txBody>
      </p:sp>
      <p:pic>
        <p:nvPicPr>
          <p:cNvPr id="5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6c26f3e9349de"/>
          <a:srcRect xmlns:a="http://schemas.openxmlformats.org/drawingml/2006/main" l="0" t="22" r="0" b="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028825"/>
            <a:ext cx="7591425" cy="3248025"/>
          </a:xfrm>
          <a:prstGeom xmlns:a="http://schemas.openxmlformats.org/drawingml/2006/main" prst="roundRect">
            <a:avLst>
              <a:gd name="adj" fmla="val 3519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8265973D-50F1-4641-9E66-4ADF5D07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9639926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7A58F648-0559-4C24-959F-DA431AEA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D83C9B0A-4D29-4C58-AFDF-6FB368B4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0A29FA3E-5746-478D-B5E6-69BA9846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632B4528-9895-40B8-8025-FD60895C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§4.2.4</a:t>
            </a:r>
            <a:endParaRPr/>
          </a:p>
        </p:txBody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2DAEB5E2-AED9-4E38-BD88-71C5A39E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局部变量没有默认值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Local variables have no default value</a:t>
            </a:r>
          </a:p>
        </p:txBody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EC8F53CE-8692-4832-B879-F7E7012D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9E793635-1FBF-455D-A9C5-DBE12ACA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成员变量有默认值（见 §4.2.3），但局部变量没有默认值，使用前必须赋值。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Member variables have default values ​​(see §4.2.3), but local variables do not have default values ​​and must be assigned a value before use.</a:t>
            </a:r>
          </a:p>
        </p:txBody>
      </p:sp>
      <p:pic>
        <p:nvPicPr>
          <p:cNvPr id="6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bfdc563c149ae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905000"/>
            <a:ext cx="7591425" cy="3495675"/>
          </a:xfrm>
          <a:prstGeom xmlns:a="http://schemas.openxmlformats.org/drawingml/2006/main" prst="roundRect">
            <a:avLst>
              <a:gd name="adj" fmla="val 3270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E5C9F42C-D322-4EAB-B351-F66BD1E8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35806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A35DEB54-0493-4664-AF95-7C4194A4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FE29D66E-879E-4595-92EE-6B11E1BC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E1D57F5A-7931-4736-90D5-E6A07990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ED61665A-5245-4523-8BCC-A6D5138F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</a:t>
            </a:r>
          </a:p>
        </p:txBody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9C69B0B8-4E3F-42E0-A3DB-AD93A8AE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局部变量的作用域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scope of local variables</a:t>
            </a:r>
          </a:p>
        </p:txBody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83D92D9F-C718-4326-A873-00B60E52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8B61E776-FB33-4BFD-A5A4-DB6541C9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局部变量从声明位置之后开始有效；复合语句/循环中的局部变量仅在该语句块内有效。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Local variables are valid from the declaration position; local variables in compound statements/loops are only valid within the statement block.</a:t>
            </a:r>
          </a:p>
        </p:txBody>
      </p:sp>
      <p:pic>
        <p:nvPicPr>
          <p:cNvPr id="7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319f9ce224207"/>
          <a:srcRect xmlns:a="http://schemas.openxmlformats.org/drawingml/2006/main" l="0" t="9" r="0" b="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562475" y="1600200"/>
            <a:ext cx="67627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6F6EF79D-3E30-4231-870D-97D1E1EF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302115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AFD0E910-D607-48C7-B5BF-88F24C64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BEAD214F-1B44-4780-84A1-F62B0D5B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D9830744-45A6-4792-AAE5-9B69397D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625D3B01-4CFD-4FDC-B2E1-EFB915D8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§4.2.5</a:t>
            </a:r>
            <a:endParaRPr/>
          </a:p>
        </p:txBody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696B8138-35D1-4EA8-8A97-E3CA75D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需要注意的问题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Issues that need attention</a:t>
            </a:r>
          </a:p>
        </p:txBody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B3F61F84-FFB6-40D4-84C5-6459788C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3D10E28D-22F9-4181-92F0-568AFE3E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327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定义类时注意：对成员变量的操作只能放在方法中；类体内不能有单独的赋值语句。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Note when defining a class: operations on member variables can only be placed in methods; there cannot be a separate assignment statement within the class body.</a:t>
            </a:r>
          </a:p>
        </p:txBody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22ABDF64-0E1C-445D-8CFC-7959A77C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971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2DBCDC55-5448-486A-81A6-8D6BD369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857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对成员变量的操作只能放在方法中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Operations on member variables can only be placed in methods</a:t>
            </a:r>
          </a:p>
        </p:txBody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D7D040AB-32FE-44BD-AD14-6FCBAD82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55344065-FD9F-4FB6-A93F-13631258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419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39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声明成员变量时可同时赋初值，但类体中不可有单独赋值语句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When declaring member variables, initial values ​​can be assigned at the same time, but there cannot be separate assignment statements in the class body.</a:t>
            </a:r>
          </a:p>
        </p:txBody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11F0ED4E-81D9-414E-BC00-BDB487DD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47FC9E0F-1836-4395-8ECC-9CAAD4EF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813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局部变量必须赋初值，成员变量有默认值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Local variables must be assigned initial values, and member variables have default values.</a:t>
            </a:r>
          </a:p>
        </p:txBody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ADD9FC9C-C7B9-4361-9C67-509696D6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43300"/>
            <a:ext cx="75533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6DCE5"/>
            </a:solidFill>
            <a:prstDash val="solid"/>
          </a:ln>
          <a:effectLst xmlns:a="http://schemas.openxmlformats.org/drawingml/2006/main"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31BCBE3A-C67E-47E1-BC02-103AC618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365760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class A {</a:t>
            </a:r>
            <a:endParaRPr/>
          </a:p>
        </p:txBody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72F78E86-EA4D-4C89-9D5D-D589A546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4010025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   int a = 12;   // </a:t>
            </a: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声明成员变量并指定初值</a:t>
            </a: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12</a:t>
            </a:r>
            <a:endParaRPr/>
          </a:p>
        </p:txBody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A5481D3F-8D5D-41BE-BAAA-D4AA6A54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436245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   int b;        // </a:t>
            </a: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声明成员变量，默认初值</a:t>
            </a: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0</a:t>
            </a:r>
            <a:endParaRPr/>
          </a:p>
        </p:txBody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8C485DBD-253E-4E8D-88F0-FF8628E0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4714875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   b = 12;       // </a:t>
            </a: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错误！类体内不能有单独的赋值语句</a:t>
            </a:r>
            <a:endParaRPr/>
          </a:p>
        </p:txBody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C1C43AED-6598-4A7B-8F4B-C696B749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506730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}</a:t>
            </a:r>
            <a:endParaRPr/>
          </a:p>
        </p:txBody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07520096-302A-444E-86D0-1F7E3D0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2660540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1020DFB5-63A2-4F03-B91A-1B60F776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A27B2C37-8E1F-473C-BB92-FE9545C8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23A7E37C-89B3-4149-9607-53AAF79E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94E9E86C-F5D2-43F9-9E48-ED59B86A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§4.2.6</a:t>
            </a:r>
            <a:endParaRPr/>
          </a:p>
        </p:txBody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BDC855E8-B903-4EB5-BB4B-EFDFCEA8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类的 UML 图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UML diagram of class</a:t>
            </a:r>
          </a:p>
        </p:txBody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70AD6F8B-C6E6-40FE-AA95-3EA1569E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27D808D3-6C19-4DC3-AAEF-313CF4EF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UML 用于描述系统静态结构。类的 UML 图用长方形垂直分为三层。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UML is used to describe the static structure of the system. The UML diagram of a class is divided vertically into three layers using rectangles.</a:t>
            </a:r>
          </a:p>
        </p:txBody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24A24623-6366-4FFB-89E7-AD47F541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409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D75CE9B5-CE92-454C-9E01-CA8B468A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295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第 1 层：名字层（类名）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Layer 1: Name layer (class name)</a:t>
            </a:r>
          </a:p>
        </p:txBody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C8401BB6-5AA2-4A46-896D-31EF86AA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971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2D7CCA47-8C03-42E9-8350-B33F2BFC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857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第 2 层：变量层（属性层），如 above: float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Layer 2: variable layer (attribute layer), such as above: float</a:t>
            </a:r>
          </a:p>
        </p:txBody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0CE5D399-51F0-40DE-A849-E6BFBC5E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D8ABE68E-5CFF-481A-B528-17A1936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419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第 3 层：方法层（操作层），如 computerArea(): float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Layer 3: Method layer (operation layer), such as computerArea(): float</a:t>
            </a:r>
          </a:p>
        </p:txBody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9DAF75D8-82A8-4998-BFF3-2889FA18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1E6D9ED9-6DE5-4E8F-97C3-76AF2222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813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1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对比：UML 属性/方法签名 ↔ Java 类声明（见模板示意）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Comparison: UML attribute/method signature ↔ Java class declaration (see template diagram)</a:t>
            </a:r>
          </a:p>
        </p:txBody>
      </p:sp>
      <p:pic>
        <p:nvPicPr>
          <p:cNvPr id="7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49284abc94db5"/>
          <a:srcRect xmlns:a="http://schemas.openxmlformats.org/drawingml/2006/main" l="0" t="7" r="0" b="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572125" y="3695700"/>
            <a:ext cx="478155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59F646F9-90FD-45D0-A199-9B2276B8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648450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43676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30761CAC-1E08-46A5-A395-B0DFB95B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77F12DDF-E6B5-4897-B621-7202BECD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A3237089-8FE1-4589-9E10-C24BE858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C7D9690D-EBC6-4CAC-B3EB-826D025C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</a:t>
            </a:r>
            <a:endParaRPr/>
          </a:p>
        </p:txBody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269CD3AF-4C95-43A5-9082-B211C5A4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构造方法与对象的创建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Constructors and object creation</a:t>
            </a:r>
          </a:p>
        </p:txBody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4C6FB5D2-C922-445C-B949-572FEF50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C1CA23C9-890E-4210-9B38-F480D0A7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825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用类声明的变量称作对象；创建对象即为对象分配变量，也称给出类的一个实例。没有类就没有对象，构造方法与对象创建密切相关。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Variables declared with a class are called objects; creating an object is assigning variables to the object, which is also called giving an instance of the class. There is no object without a class, and constructors are closely related to object creation.</a:t>
            </a:r>
          </a:p>
        </p:txBody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D39466FF-CDF7-4F03-B90B-73350983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B8AE5B33-AEA4-40E0-A51E-A3B12B73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38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类是面向对象中最重要的数据类型，用来声明变量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 is the most important data type in object-oriented and is used to declare variables</a:t>
            </a:r>
          </a:p>
        </p:txBody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75A41437-770E-4608-A6B1-13E3C955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0A3938E4-03CB-4FFB-81B2-314563A3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926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用类声明的变量称作对象，但还需创建对象（分配变量）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Variables declared with a class are called objects, but the object must also be created (variable assigned)</a:t>
            </a:r>
          </a:p>
        </p:txBody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5314F0E2-B6A2-4F01-991E-38C1B888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0BC6C5AB-94A4-44D6-A301-B57C1619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045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通俗地说：类是创建对象的“模板”（如蓝图造房子）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In layman's terms: a class is a "template" for creating objects (such as a blueprint for building a house)</a:t>
            </a:r>
          </a:p>
        </p:txBody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097CEB5A-520B-486D-8234-000F157B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EC0C6797-0A71-4EF0-B914-F19F3928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324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构造方法用于初始化对象的成员变量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constructor is used to initialize the member variables of the object</a:t>
            </a:r>
          </a:p>
        </p:txBody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5789B4F5-37CB-406D-A53E-8ABA870C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67917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2C9B3313-35AC-407F-B00A-A10C9ACF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CF04F87F-D0AD-4575-A40D-6F74D8CB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CAEF57CB-71C6-445F-97DB-741DD05C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DDD39428-BEAD-45AC-A483-CEC8AA7A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§4.3.1</a:t>
            </a:r>
            <a:endParaRPr/>
          </a:p>
        </p:txBody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6F9DF403-B606-475E-A712-58104B70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构造方法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Constructor</a:t>
            </a:r>
          </a:p>
        </p:txBody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BCA6D1A1-1E31-46B7-BDE6-EB086942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B126B575-A398-4065-B588-A07A817F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685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构造方法是一种特殊方法，用于创建对象时初始化成员变量。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 constructor is a special method used to initialize member variables when creating an object.</a:t>
            </a:r>
          </a:p>
        </p:txBody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92C4E53E-D3B5-41CB-BE3D-883A2E2B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466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178D5A24-2A25-4521-8143-814C73D7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3526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名字必须与所在类的名字完全相同，且没有类型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name must be exactly the same as the name of the class, and there is no type</a:t>
            </a:r>
          </a:p>
        </p:txBody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3B40FC43-FAB3-4823-9EF4-2A92F736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21292070-E1D5-4211-8859-F17F66FB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961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一个类可写多个构造方法，但参数必须不同（个数或类型不同）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 class can write multiple constructors, but the parameters must be different (different number or type)</a:t>
            </a:r>
          </a:p>
        </p:txBody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6AE27460-EC4E-4099-AF3C-06EF32CA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43B4E0D4-7A77-4593-AF50-853FB2F5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345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若未编写构造方法，系统提供无参、方法体为空的默认构造方法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If no constructor is written, the system provides a default constructor with no parameters and an empty method body.</a:t>
            </a:r>
          </a:p>
        </p:txBody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29AC725B-D77A-49CE-8F07-E8820A4C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304F45BD-835B-4DC8-8BCD-0BF5F67B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若定义了一个或多个构造方法，Java 不再提供默认构造方法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If one or more constructors are defined, Java no longer provides a default constructor</a:t>
            </a:r>
          </a:p>
        </p:txBody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66E1D4CA-C225-4DCA-8C4E-E76B3F2C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714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CE32D0B2-ABA1-46DE-986A-2E3E5118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6005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特别注意：构造方法没有类型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Special note: the constructor has no type</a:t>
            </a:r>
          </a:p>
        </p:txBody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7E3C09A4-A207-4EBD-A760-07ED1EB5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1441559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BFE1C99A-A7AA-4B92-AAFC-FAEFF95B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379A15A6-8724-4D56-B7C5-3A5C9E05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BFA07453-E00C-4065-B447-0DAD6EC4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486F981F-8083-473F-B88C-8B3A4F06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构造函数例题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Constructor function example</a:t>
            </a:r>
          </a:p>
        </p:txBody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AA255816-E038-473C-AB87-919E81E6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默认 vs 自定义构造方法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Default vs custom constructor</a:t>
            </a:r>
          </a:p>
        </p:txBody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C79FF924-FD87-4F46-AF88-C0A42A82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6E32E634-3AD9-49F7-925C-D75925CB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演示默认构造方法与自定义构造方法的区别，强调“构造方法没有类型”。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Demonstrate the difference between the default constructor and the custom constructor, emphasizing that "constructors have no type".</a:t>
            </a:r>
          </a:p>
        </p:txBody>
      </p:sp>
      <p:pic>
        <p:nvPicPr>
          <p:cNvPr id="8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2ec9b00a9403d"/>
          <a:srcRect xmlns:a="http://schemas.openxmlformats.org/drawingml/2006/main" l="0" t="46" r="0" b="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133600"/>
            <a:ext cx="7591425" cy="3038475"/>
          </a:xfrm>
          <a:prstGeom xmlns:a="http://schemas.openxmlformats.org/drawingml/2006/main" prst="roundRect">
            <a:avLst>
              <a:gd name="adj" fmla="val 3762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642A0133-58D7-468D-B608-EC486A05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570116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126E5721-46DA-45FE-AF29-39880FCB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2209D1D4-CF03-408D-85CF-7193F270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C32B5058-9D0F-4BA7-9B0C-7B4029C4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53D6B2AD-5D30-4297-81B1-AFCEAA64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§4.3.2</a:t>
            </a:r>
            <a:endParaRPr/>
          </a:p>
        </p:txBody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EAF252AA-E49C-4E4F-A757-3803D17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创建对象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Create object</a:t>
            </a:r>
          </a:p>
        </p:txBody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466B0C39-108F-4FF3-9F9C-D0BCA52A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E6677314-6527-4FBC-AC1E-4B0CADC1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431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创建一个对象包括“对象的声明”和“为对象分配变量”两个步骤。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Creating an object includes two steps: "declaration of the object" and "assigning variables to the object".</a:t>
            </a:r>
          </a:p>
        </p:txBody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2C4B8800-DD27-41E4-906E-96C21C08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409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E0783D98-3E64-45FE-BB3F-4C57B059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295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① 声明：类的名字 对象名字;（如 XiyoujiRenwu zhubajie;）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① Statement: class name object name; (such as XiyoujiRenwu zhubajie;)</a:t>
            </a:r>
          </a:p>
        </p:txBody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F0C3BBE0-DA46-4C52-8FAF-B2D7EFF0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971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E4D256F7-495F-47EE-B935-2239EAB1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857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088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② 分配变量：用 new 与构造方法分配变量，返回引用值给对象名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② Assign variables: Use new and constructor methods to allocate variables and return the reference value to the object name</a:t>
            </a:r>
          </a:p>
        </p:txBody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8B175A4A-F4A4-4EFA-A825-9727481A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567936F6-0830-4308-A0EC-35D009A5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419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如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 zhubajie = new XiyoujiRenwu();</a:t>
            </a:r>
            <a:endParaRPr/>
          </a:p>
        </p:txBody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9019F3F6-BA2D-4F57-8E68-AB3EE08B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88F6107C-D201-4713-83FF-086646E8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813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25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对象中存放引用值；成员变量被分配的内存空间称作对象的实体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Reference values ​​are stored in objects; the memory space allocated to member variables is called the entity of the object.</a:t>
            </a:r>
          </a:p>
        </p:txBody>
      </p:sp>
      <p:pic>
        <p:nvPicPr>
          <p:cNvPr id="8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77c765443478b"/>
          <a:srcRect xmlns:a="http://schemas.openxmlformats.org/drawingml/2006/main" l="0" t="7" r="0" b="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572125" y="3695700"/>
            <a:ext cx="478155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FA3D4018-5B99-4923-B0AD-B3D6DC54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648450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6869089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1A48BCD7-D560-4019-A1E3-0E51DFBC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7BBBDE6D-A07B-4E97-8948-DC79F2FF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F570A720-061A-4BE1-A668-9E2A48A9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5BE029CD-4D00-42C4-9FEC-C1F3FB7F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§4.3.2</a:t>
            </a:r>
            <a:endParaRPr/>
          </a:p>
        </p:txBody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CA4CD494-334F-4168-B81C-9DF6F3A8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图 4.5：创建多个对象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Figure 4.5: Creating multiple objects</a:t>
            </a:r>
          </a:p>
        </p:txBody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9AED147B-9A9F-4B6F-B0E1-760D801C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6D1B7FC9-3139-4277-B4A1-795FBF30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同一个类可以创建多个对象，每个对象拥有独立的实体，引用值互不相同。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same class can create multiple objects, each object has independent entities and different reference values.</a:t>
            </a:r>
          </a:p>
        </p:txBody>
      </p:sp>
      <p:pic>
        <p:nvPicPr>
          <p:cNvPr id="8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d7cad738a4c12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343400" y="2743200"/>
            <a:ext cx="7239000" cy="201930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0813D4A5-0E7E-4D60-B49F-61D03860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0198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9352A8B7-3005-4AF8-9B55-C409932B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DF2B5BCA-4E22-48E0-AD61-62A61EF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589C01D0-0AF5-4355-8CD8-C0701D48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8ABB6C1F-F62D-4B37-BC07-6C0D78C5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</a:t>
            </a:r>
          </a:p>
        </p:txBody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4CE0E074-B3B7-42CD-9AC9-3A20A3F5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创建对象示例（一）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of creating an object (1)</a:t>
            </a:r>
          </a:p>
        </p:txBody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32510D06-9C42-4F7B-93DF-C6032497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D3ABD9E7-F4A6-426D-9F33-AF98941B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736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用类声明对象并调用 new 创建对象。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Declare an object with a class and call new to create the object.</a:t>
            </a:r>
          </a:p>
        </p:txBody>
      </p:sp>
      <p:pic>
        <p:nvPicPr>
          <p:cNvPr id="8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959d2bd564078"/>
          <a:srcRect xmlns:a="http://schemas.openxmlformats.org/drawingml/2006/main" l="55" t="0" r="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762125"/>
            <a:ext cx="7591425" cy="3790950"/>
          </a:xfrm>
          <a:prstGeom xmlns:a="http://schemas.openxmlformats.org/drawingml/2006/main" prst="roundRect">
            <a:avLst>
              <a:gd name="adj" fmla="val 3015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86BB08D6-1F4B-485F-878D-58DF5410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174824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FB1460D3-070B-4457-91CE-FC789A16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C0EFD1D7-8BFB-4E2B-923B-0E9BDEA9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FDF45C79-0A55-4EEB-8539-776C4869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C54A3E0E-23FD-4456-B756-CADBC86C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</a:t>
            </a:r>
          </a:p>
        </p:txBody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04E8654F-4841-4964-B77E-127567D0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创建对象示例（二）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of creating an object (2)</a:t>
            </a:r>
          </a:p>
        </p:txBody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594C21FC-0641-495F-B569-C97BAC0D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923D33B2-70A7-43B6-AEAF-61121374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956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创建两个对象，各自拥有独立的实体空间。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Create two objects, each with independent physical space.</a:t>
            </a:r>
          </a:p>
        </p:txBody>
      </p:sp>
      <p:pic>
        <p:nvPicPr>
          <p:cNvPr id="8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bb034913e49a8"/>
          <a:srcRect xmlns:a="http://schemas.openxmlformats.org/drawingml/2006/main" l="56" t="0" r="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781175"/>
            <a:ext cx="7591425" cy="3752850"/>
          </a:xfrm>
          <a:prstGeom xmlns:a="http://schemas.openxmlformats.org/drawingml/2006/main" prst="roundRect">
            <a:avLst>
              <a:gd name="adj" fmla="val 3046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0C53C6E6-FEE7-4B1F-9B2D-F5381857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026719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A0B3378F-40AB-498C-B541-7F5C95E0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07D537FE-CB70-4816-BC16-3D49BD2C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7F1828BD-B729-4BB6-AD25-D656F37B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20DB9F1D-9739-4C1C-A2D8-3ACA8ADA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§4.3.3</a:t>
            </a:r>
            <a:endParaRPr/>
          </a:p>
        </p:txBody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7AA44363-7BD0-41FA-B30D-EFF0206C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使用对象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Use objects</a:t>
            </a:r>
          </a:p>
        </p:txBody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01301DB0-18E9-461C-A2EB-634D5353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32494369-DB05-4EBA-9966-DC6546CB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对象创建成功后，可用点运算符“.”操作自己的变量、调用类中的方法。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After the object is successfully created, you can use the dot operator "." to operate your own variables and call methods in the class.</a:t>
            </a:r>
          </a:p>
        </p:txBody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152AA3B6-7CC3-40D8-B63E-E0B852DC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AC7D155C-B24A-41D7-96A6-73E22B7C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38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1．对象操作自己的变量（体现属性）：对象.变量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1. The object operates its own variables (embodied attributes): object.variable</a:t>
            </a:r>
          </a:p>
        </p:txBody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74AB15C8-BD33-4C35-9ABA-BB008E3E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A5A52806-4206-40C3-9B8A-0FC817BC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2．对象调用类中的方法（体现行为）：对象.方法()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2. The object calls a method in the class (reflecting behavior): object.method()</a:t>
            </a:r>
          </a:p>
        </p:txBody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DB027C89-E6B4-48A5-A304-5C38B7FC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0A4F6789-A565-40AF-BB79-3808BFFA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对象调用变量/方法时，指的都是分配给该对象自己的成员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When an object calls variables/methods, it refers to its own members assigned to the object.</a:t>
            </a:r>
          </a:p>
        </p:txBody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E9874D7F-A5B5-46C3-80BA-A60AC4A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FEE2F41A-987C-46C1-B050-B078FBC7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324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898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例子3 中创建 zhubajie、sunwukong 两个对象，运行效果见图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In Example 3, two objects zhubajie and sunwukong are created. The running effect is shown in the figure.</a:t>
            </a:r>
          </a:p>
        </p:txBody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A958C5D4-F1BD-4E70-8697-755F44A9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059304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A1E54368-FB7F-46FC-89E3-B52A0D87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1500C579-9BDA-4F9B-8C36-99F4798B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4D48EDAD-FA6B-40EF-8FE0-9F4B65AC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83D73D51-DBD5-4E37-A8D5-39A09598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例子3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3</a:t>
            </a:r>
          </a:p>
        </p:txBody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15B89478-5CF0-4E13-8CB4-B1888980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使用对象示例（1/3）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of using objects (1/3)</a:t>
            </a:r>
          </a:p>
        </p:txBody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21EE163B-DBF3-4814-BF74-738B73DB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6961E3F7-31DC-41E0-9B7B-EC7ACAD3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68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定义类并创建两个对象，操作其成员变量与方法。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Define the class and create two objects, and operate their member variables and methods.</a:t>
            </a:r>
          </a:p>
        </p:txBody>
      </p:sp>
      <p:pic>
        <p:nvPicPr>
          <p:cNvPr id="8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830dd2bcc4dc9"/>
          <a:srcRect xmlns:a="http://schemas.openxmlformats.org/drawingml/2006/main" l="59" t="0" r="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257425"/>
            <a:ext cx="7591425" cy="2790825"/>
          </a:xfrm>
          <a:prstGeom xmlns:a="http://schemas.openxmlformats.org/drawingml/2006/main" prst="roundRect">
            <a:avLst>
              <a:gd name="adj" fmla="val 4096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0F323C3D-D8B0-4398-9DD5-CC0E99D3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30909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21A4ADA2-DBC0-400B-B262-5B848B59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2908DFBD-1D99-4C80-9771-676E281E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91DA71FE-C096-4861-AB90-7DF30124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BDEC8410-F8CE-4F02-8B27-AAFB3F52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例子3（续）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3 (continued)</a:t>
            </a:r>
          </a:p>
        </p:txBody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BE2CB0EB-C60E-4FC0-9CD9-C1EE7958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使用对象示例（2/3）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Using object examples (2/3)</a:t>
            </a:r>
          </a:p>
        </p:txBody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50DF1418-87ED-4854-9D18-ED4B21C8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C2897045-851E-4645-8ABE-27F4C78E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2 页代码卡（共 3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2 Code Cards (3 pages total)</a:t>
            </a:r>
          </a:p>
        </p:txBody>
      </p:sp>
      <p:pic>
        <p:nvPicPr>
          <p:cNvPr id="8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4047a288e44bc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143125"/>
            <a:ext cx="7591425" cy="3019425"/>
          </a:xfrm>
          <a:prstGeom xmlns:a="http://schemas.openxmlformats.org/drawingml/2006/main" prst="roundRect">
            <a:avLst>
              <a:gd name="adj" fmla="val 3785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4EFB8A13-105B-4070-9EC6-3CBC1007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161493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AA7548CA-63F6-41F6-9205-A4F1E131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3B280DBD-BC39-4BA7-8466-E3B22627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8F84EFA4-A898-4414-97A8-F5D6590D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B04CD8F8-B98F-47F7-B5EF-DA62BD89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例子3（续）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3 (continued)</a:t>
            </a:r>
          </a:p>
        </p:txBody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435BBA90-B6CB-4121-BEBB-D54FA945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使用对象示例（3/3）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of using objects (3/3)</a:t>
            </a:r>
          </a:p>
        </p:txBody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01430C5D-C47E-44BC-A2AF-D996DD1C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775E66CA-989C-428D-9510-250BD25E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3 页代码卡（共 3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3 Code Cards (3 pages total)</a:t>
            </a:r>
          </a:p>
        </p:txBody>
      </p:sp>
      <p:pic>
        <p:nvPicPr>
          <p:cNvPr id="8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16f9b749443eb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143125"/>
            <a:ext cx="7591425" cy="3019425"/>
          </a:xfrm>
          <a:prstGeom xmlns:a="http://schemas.openxmlformats.org/drawingml/2006/main" prst="roundRect">
            <a:avLst>
              <a:gd name="adj" fmla="val 3785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ECFD6E2E-306E-4DA8-9B8A-8296E28E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622335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90DB0B9E-ED38-4E46-930A-FCD0E9F7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59422B38-1805-4A82-9C77-5F1CC2A1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34391292-9120-464C-BEC7-0BF58EC1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654F3DC3-7564-44B2-9809-D897563A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§4.3.4</a:t>
            </a:r>
            <a:endParaRPr/>
          </a:p>
        </p:txBody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D48F52D1-7583-41E5-A9D1-1A7D9516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752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对象的引用和实体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Object references and entities</a:t>
            </a:r>
          </a:p>
        </p:txBody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3634AB4D-1CAB-49E7-8DDA-C2C5FB0F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4AE667E3-B8B1-4F51-BEF9-AD516E33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287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一个类创建的两个对象若具有相同的引用，就具有完全相同的实体。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Two objects created by a class have identical entities if they have the same reference.</a:t>
            </a:r>
          </a:p>
        </p:txBody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6BE06EE4-8076-4229-BEB5-BB07F278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409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15F3B7A4-7FCC-4774-A9B5-F7E2FACA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295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对象存放引用值，成员变量所占空间称为实体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Objects store reference values, and the space occupied by member variables is called an entity.</a:t>
            </a:r>
          </a:p>
        </p:txBody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533694FB-A168-415E-8DA5-F7B1581A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971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FA119B26-C0E0-486E-976F-3058A041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857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362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用 new 创建对象时，系统为成员变量分配内存并返回引用值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When using new to create an object, the system allocates memory for member variables and returns reference values.</a:t>
            </a:r>
          </a:p>
        </p:txBody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CCFDB71E-8922-4C30-ADD2-4C93542B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8139E405-CB78-499D-8B8E-60EBC20B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419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引用与实体关系类比：遥控器 ↔ 电视（见关系图）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Reference and entity relationship analogy: remote control ↔ TV (see relationship diagram)</a:t>
            </a:r>
          </a:p>
        </p:txBody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0C94D19B-EE88-417E-BE56-180C6C85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981325"/>
            <a:ext cx="755332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6DCE5"/>
            </a:solidFill>
            <a:prstDash val="solid"/>
          </a:ln>
          <a:effectLst xmlns:a="http://schemas.openxmlformats.org/drawingml/2006/main"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B9386534-1891-4267-A454-B6882551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3095625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class Point {</a:t>
            </a:r>
            <a:endParaRPr/>
          </a:p>
        </p:txBody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361973C4-6958-4AFE-B344-529BED0F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344805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   double x, y;</a:t>
            </a:r>
            <a:endParaRPr/>
          </a:p>
        </p:txBody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4083373A-E070-4C2A-83AB-1B3C5776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3800475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   Point(double x, double y) { this.x = x; this.y = y; }</a:t>
            </a:r>
            <a:endParaRPr/>
          </a:p>
        </p:txBody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18A64748-33BB-4252-8ACD-0181C400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415290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}</a:t>
            </a:r>
            <a:endParaRPr/>
          </a:p>
        </p:txBody>
      </p:sp>
      <p:pic>
        <p:nvPicPr>
          <p:cNvPr id="9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0f57651e5423d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29275" y="4905375"/>
            <a:ext cx="466725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97AE9691-6FB4-4B6A-A1DD-EE42FBF9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33412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30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992467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0DE5E99C-F98B-4BA8-9F39-FFA1FB00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F0478823-69AF-481F-8632-A86F1B4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976582CF-A9C5-4C0C-AA4D-EDFEFBE0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0F4A63A2-E3D6-4587-A87A-D8AF4FEC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§4.3.3 运行效果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§4.3.3 Operation effect</a:t>
            </a:r>
          </a:p>
        </p:txBody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83EE8A8C-EE21-4B76-AB60-0868B413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例子3 运行效果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3 Operation effect</a:t>
            </a:r>
          </a:p>
        </p:txBody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09CAAE99-E2D7-4D53-9610-F98B6D8A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A74C167E-EACB-4216-B73F-5C92F2FC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686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主类的 main 方法中使用 XiyoujiRenwu 创建两个对象 zhubajie、sunwukong，运行效果如图。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In the main method of the main class, XiyoujiRenwu is used to create two objects zhubajie and sunwukong. The running effect is as shown in the figure.</a:t>
            </a:r>
          </a:p>
        </p:txBody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9C0A81FF-8CB5-4C7A-85A9-B2F77110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704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0161328E-E331-4FA4-BBC7-062C5C81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5906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创建两个对象 zhubajie、sunwukong，分别调用各自的方法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Create two objects zhubajie and sunwukong and call their respective methods respectively.</a:t>
            </a:r>
          </a:p>
        </p:txBody>
      </p:sp>
      <p:pic>
        <p:nvPicPr>
          <p:cNvPr id="9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3042a319342d7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14900" y="2305050"/>
            <a:ext cx="6096000" cy="3448050"/>
          </a:xfrm>
          <a:prstGeom xmlns:a="http://schemas.openxmlformats.org/drawingml/2006/main" prst="roundRect">
            <a:avLst>
              <a:gd name="adj" fmla="val 2210"/>
            </a:avLst>
          </a:prstGeom>
        </p:spPr>
      </p:pic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7DFE9663-8F86-4213-A8B0-8C4BE9CC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31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176266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000FD9E8-2378-4486-A0A7-5C154CEB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872D7DA8-B06E-4207-B20F-B9BED009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F0DC455A-03A0-42BF-B32B-0FB7A951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872D0048-4B95-42D7-B4A8-5E66CE21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§4.3.4</a:t>
            </a:r>
            <a:endParaRPr/>
          </a:p>
        </p:txBody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7F1364EA-7357-4956-9480-EFC9A42A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13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图 4.3：未分配变量的对象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Figure 4.3: Object without assigned variables</a:t>
            </a:r>
          </a:p>
        </p:txBody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C277D3B7-D480-4306-B4E0-ECD7353E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C911EA11-663E-4715-B231-46F09983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686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声明对象后若未使用 new 分配变量，对象中没有任何引用值，不指向任何实体。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If you do not use new to assign variables after declaring an object, there will be no reference value in the object and it will not point to any entity.</a:t>
            </a:r>
          </a:p>
        </p:txBody>
      </p:sp>
      <p:pic>
        <p:nvPicPr>
          <p:cNvPr id="9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66587a94c4cbd"/>
          <a:srcRect xmlns:a="http://schemas.openxmlformats.org/drawingml/2006/main" l="0" t="6" r="0" b="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705350" y="1657350"/>
            <a:ext cx="6505575" cy="419100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7E08619A-320E-4690-A405-1C43C22E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32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551416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94159758-7490-4B87-BBE7-D4A75A8B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277E519C-D4E9-4EB1-A7DD-884A2027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02C60475-35C1-431F-B0B9-033296B4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0074309F-9C46-45FE-BEEF-3FD4474E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§4.3.4 关系图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§4.3.4 Relationship diagram</a:t>
            </a:r>
          </a:p>
        </p:txBody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47AF855A-CF2E-4AEB-A97C-89E1D726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880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引用与实体关系（类比）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Reference and entity relationships (analogy)</a:t>
            </a:r>
          </a:p>
        </p:txBody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86DB76A1-A54E-4837-961F-D176CF72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95ED3DD4-41D2-44E1-9F30-3FD7028F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遥控器持有电视的“引用”，可操控同一台电视；多个遥控器指向同一台电视即共享实体。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remote control holds a "reference" to the TV and can control the same TV; multiple remote controls pointing to the same TV are shared entities.</a:t>
            </a:r>
          </a:p>
        </p:txBody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40ABF5A3-4B3E-459A-BDB4-89F6591F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485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37E78DA5-CB07-4F53-8732-5A180BE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371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对象变量 = 遥控器（持有引用）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Object variable = remote control (holds a reference)</a:t>
            </a:r>
          </a:p>
        </p:txBody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10D831AD-BC2E-4448-83EE-E2267D83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047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AB050D1D-49AE-42FB-BA38-3D8A8CBC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9335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实体 = 电视（真实数据空间）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entity = tv (real data space)</a:t>
            </a:r>
          </a:p>
        </p:txBody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0F980269-10C8-451F-8A2B-6221D0C4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609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D73C3079-0A73-45CC-9F2B-BD27E965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4955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多个对象引用相同 → 指向同一实体（见 §4.3.4 赋值）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Multiple objects reference the same → point to the same entity (see §4.3.4 Assignment)</a:t>
            </a:r>
          </a:p>
        </p:txBody>
      </p:sp>
      <p:pic>
        <p:nvPicPr>
          <p:cNvPr id="9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f753b448d40a2"/>
          <a:srcRect xmlns:a="http://schemas.openxmlformats.org/drawingml/2006/main" l="0" t="7" r="0" b="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572125" y="3209925"/>
            <a:ext cx="478155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512E3AF0-BFB3-459D-BD95-FC88BE8C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33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9450606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25F217D5-7917-4233-BB13-F375FE84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A8DA253C-D5D8-4608-9117-7C8DDA0B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921BDABF-6CE5-41FE-8DBB-E8A6A87D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B690ED68-FEC7-4D84-8D58-D4ECB3A5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§4.3.4</a:t>
            </a:r>
            <a:endParaRPr/>
          </a:p>
        </p:txBody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027404FF-F696-4701-A446-D73B872B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相同引用 → 相同实体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same reference → same entity</a:t>
            </a:r>
          </a:p>
        </p:txBody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F0E1AA63-2569-4022-B6B6-A796163B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8FC320E3-5700-4182-8D1C-543AD8DF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65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若执行 p1 = p2，则把 p2 的引用赋给 p1，p1 与 p2 本质相同，具有完全相同的实体。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If p1 = p2 is executed, the reference of p2 is assigned to p1. p1 and p2 are essentially the same and have exactly the same entity.</a:t>
            </a:r>
          </a:p>
        </p:txBody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69D114BB-8AA6-45A5-BA5A-A5FDC50C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190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FF729302-7511-4676-AC4D-395D80FD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0764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p1 = p2; 让 p1、p2 指向同一实体（变量）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p1 = p2; let p1 and p2 point to the same entity (variable)</a:t>
            </a:r>
          </a:p>
        </p:txBody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7870F515-2A17-4283-8E92-BB991B11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8FD6A135-8041-45FC-BD85-539F9C79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38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一个类创建的两个对象若引用相同，则实体完全相同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If two objects created by a class have the same reference, the entities are exactly the same.</a:t>
            </a:r>
          </a:p>
        </p:txBody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8D0E096F-BCBF-4F2A-BAF7-F8058061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8D1E0215-3B29-4A76-835F-B1A0F138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内存模型由图 4.9 变为图 4.10 所示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memory model changes from Figure 4.9 to Figure 4.10</a:t>
            </a:r>
          </a:p>
        </p:txBody>
      </p:sp>
      <p:pic>
        <p:nvPicPr>
          <p:cNvPr id="10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60dfee13d45e5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14900" y="3914775"/>
            <a:ext cx="609600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3D50B62C-9F82-4258-B944-BF60044E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34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106653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AA69D03F-0E8C-4178-8422-B93A1CC9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1DA4B5C2-83D0-43BC-ABCB-A539D40F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786312B2-9416-46DA-83AF-D52A9D74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758ACC9E-6C64-42FE-8467-1568EE6F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例子4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4</a:t>
            </a:r>
          </a:p>
        </p:txBody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9321323C-937D-4565-B20E-B576D344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对象引用赋值示例（上） （1/2）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Object reference assignment example (Part 1) (1/2)</a:t>
            </a:r>
          </a:p>
        </p:txBody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026A1D94-C1EA-4FD5-904F-02498104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1E6A83D1-4633-4201-BC8A-4B57FE76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533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将 p2 的引用赋给 p1，使二者共享同一实体。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Assign the reference of p2 to p1 so that both share the same entity.</a:t>
            </a:r>
          </a:p>
        </p:txBody>
      </p:sp>
      <p:pic>
        <p:nvPicPr>
          <p:cNvPr id="10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faa3c1fe04f7d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00675" y="1600200"/>
            <a:ext cx="507682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AC471297-5AD9-49ED-AFD8-3F3DD13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35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468038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5346AB3C-8425-44A3-AE39-3203DE0B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F4EFE245-B0AC-41EE-807E-AE203652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4FF72F64-5E6B-41D5-A31D-7E4EF9E5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E7BE1B30-1F2D-4814-A46D-49914503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例子4（续）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4 (continued)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88F74A88-3F02-4996-B8B1-904827C4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对象引用赋值示例（上） （2/2）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Object reference assignment example (Part 1) (2/2)</a:t>
            </a:r>
          </a:p>
        </p:txBody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B6F0FA78-7160-4AFC-A99D-75D48A6A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13219AD8-C499-41CD-8ABA-B81F2F05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2 页代码卡（共 2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2 Code Cards (2 pages total)</a:t>
            </a:r>
          </a:p>
        </p:txBody>
      </p:sp>
      <p:pic>
        <p:nvPicPr>
          <p:cNvPr id="10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96ae72c6b4543"/>
          <a:srcRect xmlns:a="http://schemas.openxmlformats.org/drawingml/2006/main" l="0" t="16" r="0" b="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743075"/>
            <a:ext cx="7591425" cy="3819525"/>
          </a:xfrm>
          <a:prstGeom xmlns:a="http://schemas.openxmlformats.org/drawingml/2006/main" prst="roundRect">
            <a:avLst>
              <a:gd name="adj" fmla="val 2993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7B07C492-3CED-4083-8D3B-3EB92719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36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0800262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58FD7381-694F-4040-B70F-A13197CD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49F5F7E4-580B-43EC-BABF-6B1735BC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E5970EBD-1758-4D0B-BD26-D8FB057B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E6A9D79C-E465-42B3-A7C1-14CEB51C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§4.3.4 运行效果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§4.3.4 Operation effect</a:t>
            </a:r>
          </a:p>
        </p:txBody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191E589E-9E7B-4BF5-AA60-89FBC9E8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例子4 运行效果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4 Operation effect</a:t>
            </a:r>
          </a:p>
        </p:txBody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46231DAB-0D8C-4E62-8A2E-ED734746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477BAD0D-CAC6-4348-99C4-09981E18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例子4 将 p2 的引用赋给 p1，输出对象引用值（类名@+前缀信息）。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Example 4 assigns the reference of p2 to p1 and outputs the object reference value (class name @+prefix information).</a:t>
            </a:r>
          </a:p>
        </p:txBody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BBA9B9F7-4436-4D7E-BD90-5B95C8DB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866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B1452DDC-D0D9-4B50-8E8A-3C7BB2F3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752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125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用 System.out.println(object) 输出引用值，Java 会加“类名@”前缀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Use System.out.println(object) to output the reference value, Java will add the "class name @" prefix</a:t>
            </a:r>
          </a:p>
        </p:txBody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C24D9DD9-ED8A-49C1-90D5-3C532C17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428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7E5988BB-8749-4B64-A096-022DCE74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3145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可用 System.identityHashCode(Object) 返回对象引用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Available System.identityHashCode(Object) returns an object reference</a:t>
            </a:r>
          </a:p>
        </p:txBody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CDADD415-81F9-4584-BF99-03A87590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990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5073D834-E225-43D9-BD8F-94E3F946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8765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int address = System.identityHashCode(object);</a:t>
            </a:r>
            <a:endParaRPr/>
          </a:p>
        </p:txBody>
      </p:sp>
      <p:pic>
        <p:nvPicPr>
          <p:cNvPr id="10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f450de78c4b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629400" y="3590925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DF33F3B1-DA7B-4C11-9B6F-5BEB11DE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37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39549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BB7A94AB-B3F6-47A9-8BA3-E037BA17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8D2AFD06-E1D6-48E8-84AA-E65B4A14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53909CFD-3F5E-45E4-A7A0-A1A0BD9E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64463D7A-478A-4722-AB8F-19B1421F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§4.4</a:t>
            </a:r>
            <a:endParaRPr/>
          </a:p>
        </p:txBody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D78AF0DD-1FFA-4488-A45D-9FA6B746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类与程序的基本结构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Basic structure of classes and programs</a:t>
            </a:r>
          </a:p>
        </p:txBody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914ACB85-72DA-4DC5-9344-28D01F7E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0DCC7FE1-83AC-48E3-9B74-E67FE458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一个 Java 应用程序由若干个类构成，这些类可在一个源文件中，也可分布在若干源文件中。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 Java application consists of several classes, which can be in one source file or distributed among several source files.</a:t>
            </a:r>
          </a:p>
        </p:txBody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66DC193E-69B3-417D-89D9-20F5384D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543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0F8C6687-4802-47BE-838E-C6B8A7EF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4287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Java 应用程序从主类的 main 方法开始执行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Java application execution starts from the main method of the main class</a:t>
            </a:r>
          </a:p>
        </p:txBody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A677C586-B05A-46E8-8D80-67CE409F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105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42DE96ED-29E5-482E-9370-2B427CD9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9907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每个源文件编译后产生一个类的字节码文件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Each source file is compiled to produce a class bytecode file</a:t>
            </a:r>
          </a:p>
        </p:txBody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9BD0F016-0B22-4A82-9105-598DCAE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667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67FE6117-22F4-4F48-B6D5-38856DA1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5527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一个工程可由多个 .java 源文件组成（见图 4.12）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 project can be composed of multiple .java source files (see Figure 4.12)</a:t>
            </a:r>
          </a:p>
        </p:txBody>
      </p:sp>
      <p:pic>
        <p:nvPicPr>
          <p:cNvPr id="10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6206ac1df43f1"/>
          <a:srcRect xmlns:a="http://schemas.openxmlformats.org/drawingml/2006/main" l="0" t="43" r="0" b="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67400" y="3267075"/>
            <a:ext cx="4181475" cy="2647950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EC96AB53-9188-42A9-93FB-A7EE05FF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38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1530736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02E778BB-F860-469E-A22E-44BB3C3A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BD83A84F-8448-4161-B92A-8624314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B75A419C-71C7-42FE-8C9E-85F6AF9C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7AC722D1-71F3-4DF0-A332-127AED25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§4.4 例题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§4.4 Example questions</a:t>
            </a:r>
          </a:p>
        </p:txBody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BC885CD6-8DA0-42DC-9321-94BA375A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625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例子5：多源文件程序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5: Multi-source file program</a:t>
            </a:r>
          </a:p>
        </p:txBody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ABC1F8B5-64CF-4D2F-BFBA-8016708B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5C7264FF-E21C-49DE-AE1C-38210190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例子5 含三个源文件（Example4_5.java、Rect.java、Ladder.java），其中 Example4_5.java 是含主类的源文件。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Example 5 contains three source files (Example4_5.java, Rect.java, Ladder.java), among which Example4_5.java is the source file containing the main class.</a:t>
            </a:r>
          </a:p>
        </p:txBody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9C4B8BFE-6472-49F4-ACA8-C81D7D94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A18E0388-BC1F-4486-9B6D-38B9740D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运行主类，输出：矩形的面积:2766.5266；梯形的面积:1517.07888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Run the main class, output: area of ​​rectangle: 2766.5266; area of ​​trapezoid: 1517.07888</a:t>
            </a:r>
          </a:p>
        </p:txBody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5AFAA598-1428-4923-BD12-CE847B1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7B93039E-49A5-4A4C-BF18-6403CF02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921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编写 Java 应用程序时可分多个源文件，分别编译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When writing a Java application, you can divide it into multiple source files and compile them separately.</a:t>
            </a:r>
          </a:p>
        </p:txBody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71E51C8C-EA11-4E94-9467-F65CB76F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39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789158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2" name="">
            <a:extLst xmlns:a="http://schemas.openxmlformats.org/drawingml/2006/main">
              <a:ext uri="{FF2B5EF4-FFF2-40B4-BE49-F238E27FC236}">
                <a16:creationId xmlns:a16="http://schemas.microsoft.com/office/drawing/2014/main" id="{3B7C7387-AB38-4010-B301-7F2C5217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83" name="">
            <a:extLst xmlns:a="http://schemas.openxmlformats.org/drawingml/2006/main">
              <a:ext uri="{FF2B5EF4-FFF2-40B4-BE49-F238E27FC236}">
                <a16:creationId xmlns:a16="http://schemas.microsoft.com/office/drawing/2014/main" id="{56DAC2BC-DF74-42C2-BC13-C116FA00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84" name="">
            <a:extLst xmlns:a="http://schemas.openxmlformats.org/drawingml/2006/main">
              <a:ext uri="{FF2B5EF4-FFF2-40B4-BE49-F238E27FC236}">
                <a16:creationId xmlns:a16="http://schemas.microsoft.com/office/drawing/2014/main" id="{672C39EF-AE5D-437B-9507-5CEA9C87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085" name="">
            <a:extLst xmlns:a="http://schemas.openxmlformats.org/drawingml/2006/main">
              <a:ext uri="{FF2B5EF4-FFF2-40B4-BE49-F238E27FC236}">
                <a16:creationId xmlns:a16="http://schemas.microsoft.com/office/drawing/2014/main" id="{D0104545-A139-4DD0-B946-285D622F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例子5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5</a:t>
            </a:r>
          </a:p>
        </p:txBody>
      </p:sp>
      <p:sp>
        <p:nvSpPr>
          <p:cNvPr id="1086" name="">
            <a:extLst xmlns:a="http://schemas.openxmlformats.org/drawingml/2006/main">
              <a:ext uri="{FF2B5EF4-FFF2-40B4-BE49-F238E27FC236}">
                <a16:creationId xmlns:a16="http://schemas.microsoft.com/office/drawing/2014/main" id="{E036CF9D-79EE-4F2E-AE74-40EF8B66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Rect 类：矩形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Rect class: Rectangle</a:t>
            </a:r>
          </a:p>
        </p:txBody>
      </p:sp>
      <p:sp>
        <p:nvSpPr>
          <p:cNvPr id="1087" name="">
            <a:extLst xmlns:a="http://schemas.openxmlformats.org/drawingml/2006/main">
              <a:ext uri="{FF2B5EF4-FFF2-40B4-BE49-F238E27FC236}">
                <a16:creationId xmlns:a16="http://schemas.microsoft.com/office/drawing/2014/main" id="{A6F22D8F-C405-4571-8792-DA576E9E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88" name="">
            <a:extLst xmlns:a="http://schemas.openxmlformats.org/drawingml/2006/main">
              <a:ext uri="{FF2B5EF4-FFF2-40B4-BE49-F238E27FC236}">
                <a16:creationId xmlns:a16="http://schemas.microsoft.com/office/drawing/2014/main" id="{3A1DB8FE-A4C8-4545-A6DE-DB666F42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Rect.java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Rect.java auxiliary class code</a:t>
            </a:r>
          </a:p>
        </p:txBody>
      </p:sp>
      <p:pic>
        <p:nvPicPr>
          <p:cNvPr id="10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cd59abf0c49cb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91150" y="1600200"/>
            <a:ext cx="509587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090" name="">
            <a:extLst xmlns:a="http://schemas.openxmlformats.org/drawingml/2006/main">
              <a:ext uri="{FF2B5EF4-FFF2-40B4-BE49-F238E27FC236}">
                <a16:creationId xmlns:a16="http://schemas.microsoft.com/office/drawing/2014/main" id="{E145DD69-54F3-4482-9821-746DA31D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40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3470074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2" name="">
            <a:extLst xmlns:a="http://schemas.openxmlformats.org/drawingml/2006/main">
              <a:ext uri="{FF2B5EF4-FFF2-40B4-BE49-F238E27FC236}">
                <a16:creationId xmlns:a16="http://schemas.microsoft.com/office/drawing/2014/main" id="{2652A998-53AC-40AC-9E29-4ECA5426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93" name="">
            <a:extLst xmlns:a="http://schemas.openxmlformats.org/drawingml/2006/main">
              <a:ext uri="{FF2B5EF4-FFF2-40B4-BE49-F238E27FC236}">
                <a16:creationId xmlns:a16="http://schemas.microsoft.com/office/drawing/2014/main" id="{66CC4C8B-C389-444E-9B80-0A4644A5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94" name="">
            <a:extLst xmlns:a="http://schemas.openxmlformats.org/drawingml/2006/main">
              <a:ext uri="{FF2B5EF4-FFF2-40B4-BE49-F238E27FC236}">
                <a16:creationId xmlns:a16="http://schemas.microsoft.com/office/drawing/2014/main" id="{6CD18476-ACA9-4FF4-B636-30DF07A3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095" name="">
            <a:extLst xmlns:a="http://schemas.openxmlformats.org/drawingml/2006/main">
              <a:ext uri="{FF2B5EF4-FFF2-40B4-BE49-F238E27FC236}">
                <a16:creationId xmlns:a16="http://schemas.microsoft.com/office/drawing/2014/main" id="{DD83B4B3-1CE4-4AE1-8568-662766D8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例子5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5</a:t>
            </a:r>
          </a:p>
        </p:txBody>
      </p:sp>
      <p:sp>
        <p:nvSpPr>
          <p:cNvPr id="1096" name="">
            <a:extLst xmlns:a="http://schemas.openxmlformats.org/drawingml/2006/main">
              <a:ext uri="{FF2B5EF4-FFF2-40B4-BE49-F238E27FC236}">
                <a16:creationId xmlns:a16="http://schemas.microsoft.com/office/drawing/2014/main" id="{34529367-6068-459E-A67C-7B33BE2A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Ladder 类：梯形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Ladder class: trapezoid</a:t>
            </a:r>
          </a:p>
        </p:txBody>
      </p:sp>
      <p:sp>
        <p:nvSpPr>
          <p:cNvPr id="1097" name="">
            <a:extLst xmlns:a="http://schemas.openxmlformats.org/drawingml/2006/main">
              <a:ext uri="{FF2B5EF4-FFF2-40B4-BE49-F238E27FC236}">
                <a16:creationId xmlns:a16="http://schemas.microsoft.com/office/drawing/2014/main" id="{EB299237-00A6-4C57-840C-E155BB95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98" name="">
            <a:extLst xmlns:a="http://schemas.openxmlformats.org/drawingml/2006/main">
              <a:ext uri="{FF2B5EF4-FFF2-40B4-BE49-F238E27FC236}">
                <a16:creationId xmlns:a16="http://schemas.microsoft.com/office/drawing/2014/main" id="{A4CA0EE0-7A84-4C96-AC9E-1A9AA889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Ladder.java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Ladder.java auxiliary class code</a:t>
            </a:r>
          </a:p>
        </p:txBody>
      </p:sp>
      <p:pic>
        <p:nvPicPr>
          <p:cNvPr id="1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2b4e16c254ac1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476750" y="1600200"/>
            <a:ext cx="693420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100" name="">
            <a:extLst xmlns:a="http://schemas.openxmlformats.org/drawingml/2006/main">
              <a:ext uri="{FF2B5EF4-FFF2-40B4-BE49-F238E27FC236}">
                <a16:creationId xmlns:a16="http://schemas.microsoft.com/office/drawing/2014/main" id="{65777E00-5719-4CE5-B95D-48A757B4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41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0082895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2" name="">
            <a:extLst xmlns:a="http://schemas.openxmlformats.org/drawingml/2006/main">
              <a:ext uri="{FF2B5EF4-FFF2-40B4-BE49-F238E27FC236}">
                <a16:creationId xmlns:a16="http://schemas.microsoft.com/office/drawing/2014/main" id="{B2533D6D-71CC-4EC7-89E7-27C56243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3" name="">
            <a:extLst xmlns:a="http://schemas.openxmlformats.org/drawingml/2006/main">
              <a:ext uri="{FF2B5EF4-FFF2-40B4-BE49-F238E27FC236}">
                <a16:creationId xmlns:a16="http://schemas.microsoft.com/office/drawing/2014/main" id="{0EEDF1AE-2513-4288-932C-71A971F9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4" name="">
            <a:extLst xmlns:a="http://schemas.openxmlformats.org/drawingml/2006/main">
              <a:ext uri="{FF2B5EF4-FFF2-40B4-BE49-F238E27FC236}">
                <a16:creationId xmlns:a16="http://schemas.microsoft.com/office/drawing/2014/main" id="{FF6FD2A1-3805-4CE9-AB4C-3B93DE16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105" name="">
            <a:extLst xmlns:a="http://schemas.openxmlformats.org/drawingml/2006/main">
              <a:ext uri="{FF2B5EF4-FFF2-40B4-BE49-F238E27FC236}">
                <a16:creationId xmlns:a16="http://schemas.microsoft.com/office/drawing/2014/main" id="{147C8413-B022-44DB-9911-F8F41474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例子5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5</a:t>
            </a:r>
          </a:p>
        </p:txBody>
      </p:sp>
      <p:sp>
        <p:nvSpPr>
          <p:cNvPr id="1106" name="">
            <a:extLst xmlns:a="http://schemas.openxmlformats.org/drawingml/2006/main">
              <a:ext uri="{FF2B5EF4-FFF2-40B4-BE49-F238E27FC236}">
                <a16:creationId xmlns:a16="http://schemas.microsoft.com/office/drawing/2014/main" id="{E45F4FE7-91F3-41BD-BF97-BB4E2558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多源文件程序示例（上）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Multi-source file program example (Part 1)</a:t>
            </a:r>
          </a:p>
        </p:txBody>
      </p:sp>
      <p:sp>
        <p:nvSpPr>
          <p:cNvPr id="1107" name="">
            <a:extLst xmlns:a="http://schemas.openxmlformats.org/drawingml/2006/main">
              <a:ext uri="{FF2B5EF4-FFF2-40B4-BE49-F238E27FC236}">
                <a16:creationId xmlns:a16="http://schemas.microsoft.com/office/drawing/2014/main" id="{B5E3690A-9C2F-43F1-B151-314E674C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8" name="">
            <a:extLst xmlns:a="http://schemas.openxmlformats.org/drawingml/2006/main">
              <a:ext uri="{FF2B5EF4-FFF2-40B4-BE49-F238E27FC236}">
                <a16:creationId xmlns:a16="http://schemas.microsoft.com/office/drawing/2014/main" id="{AAAD5C70-02AF-42A5-A37B-2E9448B3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Rect.java 与 Ladder.java 提供类，Example4_5 含主类。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Rect.java and Ladder.java provide classes, and Example4_5 contains the main class.</a:t>
            </a:r>
          </a:p>
        </p:txBody>
      </p:sp>
      <p:pic>
        <p:nvPicPr>
          <p:cNvPr id="1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94c12f8444438"/>
          <a:srcRect xmlns:a="http://schemas.openxmlformats.org/drawingml/2006/main" l="0" t="36" r="0" b="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91150" y="1600200"/>
            <a:ext cx="509587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110" name="">
            <a:extLst xmlns:a="http://schemas.openxmlformats.org/drawingml/2006/main">
              <a:ext uri="{FF2B5EF4-FFF2-40B4-BE49-F238E27FC236}">
                <a16:creationId xmlns:a16="http://schemas.microsoft.com/office/drawing/2014/main" id="{89A614B4-2926-4141-8B37-B0C0CFFA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42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226051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2" name="">
            <a:extLst xmlns:a="http://schemas.openxmlformats.org/drawingml/2006/main">
              <a:ext uri="{FF2B5EF4-FFF2-40B4-BE49-F238E27FC236}">
                <a16:creationId xmlns:a16="http://schemas.microsoft.com/office/drawing/2014/main" id="{98437826-012B-4DD8-A89C-24D6738B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3" name="">
            <a:extLst xmlns:a="http://schemas.openxmlformats.org/drawingml/2006/main">
              <a:ext uri="{FF2B5EF4-FFF2-40B4-BE49-F238E27FC236}">
                <a16:creationId xmlns:a16="http://schemas.microsoft.com/office/drawing/2014/main" id="{44B94105-D066-4917-8E6B-07B4BC5F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4" name="">
            <a:extLst xmlns:a="http://schemas.openxmlformats.org/drawingml/2006/main">
              <a:ext uri="{FF2B5EF4-FFF2-40B4-BE49-F238E27FC236}">
                <a16:creationId xmlns:a16="http://schemas.microsoft.com/office/drawing/2014/main" id="{50A74DB8-A073-4752-BC2C-1FA65B8B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115" name="">
            <a:extLst xmlns:a="http://schemas.openxmlformats.org/drawingml/2006/main">
              <a:ext uri="{FF2B5EF4-FFF2-40B4-BE49-F238E27FC236}">
                <a16:creationId xmlns:a16="http://schemas.microsoft.com/office/drawing/2014/main" id="{5F518675-0612-4C89-8D70-0A397CBB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§4.5</a:t>
            </a:r>
            <a:endParaRPr/>
          </a:p>
        </p:txBody>
      </p:sp>
      <p:sp>
        <p:nvSpPr>
          <p:cNvPr id="1116" name="">
            <a:extLst xmlns:a="http://schemas.openxmlformats.org/drawingml/2006/main">
              <a:ext uri="{FF2B5EF4-FFF2-40B4-BE49-F238E27FC236}">
                <a16:creationId xmlns:a16="http://schemas.microsoft.com/office/drawing/2014/main" id="{5B708E54-B503-4310-9CAA-FB76CEAA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参数传值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Parameter value passing</a:t>
            </a:r>
          </a:p>
        </p:txBody>
      </p:sp>
      <p:sp>
        <p:nvSpPr>
          <p:cNvPr id="1117" name="">
            <a:extLst xmlns:a="http://schemas.openxmlformats.org/drawingml/2006/main">
              <a:ext uri="{FF2B5EF4-FFF2-40B4-BE49-F238E27FC236}">
                <a16:creationId xmlns:a16="http://schemas.microsoft.com/office/drawing/2014/main" id="{E1F7425C-4D82-46BE-A88D-568F7617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8" name="">
            <a:extLst xmlns:a="http://schemas.openxmlformats.org/drawingml/2006/main">
              <a:ext uri="{FF2B5EF4-FFF2-40B4-BE49-F238E27FC236}">
                <a16:creationId xmlns:a16="http://schemas.microsoft.com/office/drawing/2014/main" id="{48CC6299-A2B9-4D5C-B9A0-6F37A08C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882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方法中参数属于局部变量；对象调用方法时参数被分配内存，并要求调用者向参数传递值。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parameters in the method are local variables; when the object calls the method, the parameters are allocated memory, and the caller is required to pass values ​​to the parameters.</a:t>
            </a:r>
          </a:p>
        </p:txBody>
      </p:sp>
      <p:pic>
        <p:nvPicPr>
          <p:cNvPr id="1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e92e442904b23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7800" y="1600200"/>
            <a:ext cx="536257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120" name="">
            <a:extLst xmlns:a="http://schemas.openxmlformats.org/drawingml/2006/main">
              <a:ext uri="{FF2B5EF4-FFF2-40B4-BE49-F238E27FC236}">
                <a16:creationId xmlns:a16="http://schemas.microsoft.com/office/drawing/2014/main" id="{227472FF-FDAD-42BF-9A1F-CC7C56D5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43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28480032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2" name="">
            <a:extLst xmlns:a="http://schemas.openxmlformats.org/drawingml/2006/main">
              <a:ext uri="{FF2B5EF4-FFF2-40B4-BE49-F238E27FC236}">
                <a16:creationId xmlns:a16="http://schemas.microsoft.com/office/drawing/2014/main" id="{1444582A-2255-471B-BC02-CA82C518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23" name="">
            <a:extLst xmlns:a="http://schemas.openxmlformats.org/drawingml/2006/main">
              <a:ext uri="{FF2B5EF4-FFF2-40B4-BE49-F238E27FC236}">
                <a16:creationId xmlns:a16="http://schemas.microsoft.com/office/drawing/2014/main" id="{A1BFE5E2-646B-4ED4-B378-136A378C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24" name="">
            <a:extLst xmlns:a="http://schemas.openxmlformats.org/drawingml/2006/main">
              <a:ext uri="{FF2B5EF4-FFF2-40B4-BE49-F238E27FC236}">
                <a16:creationId xmlns:a16="http://schemas.microsoft.com/office/drawing/2014/main" id="{C3BFA5EC-E188-4301-8AD8-C3AE12B8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125" name="">
            <a:extLst xmlns:a="http://schemas.openxmlformats.org/drawingml/2006/main">
              <a:ext uri="{FF2B5EF4-FFF2-40B4-BE49-F238E27FC236}">
                <a16:creationId xmlns:a16="http://schemas.microsoft.com/office/drawing/2014/main" id="{6932353D-CAAD-4137-8D7F-ED23E3F2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§4.5.1</a:t>
            </a:r>
            <a:endParaRPr/>
          </a:p>
        </p:txBody>
      </p:sp>
      <p:sp>
        <p:nvSpPr>
          <p:cNvPr id="1126" name="">
            <a:extLst xmlns:a="http://schemas.openxmlformats.org/drawingml/2006/main">
              <a:ext uri="{FF2B5EF4-FFF2-40B4-BE49-F238E27FC236}">
                <a16:creationId xmlns:a16="http://schemas.microsoft.com/office/drawing/2014/main" id="{B6D30942-05A0-44A8-8B6A-FCF66D10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944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基本类型传值 vs 引用类型传值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Basic type pass by value vs reference type pass by value</a:t>
            </a:r>
          </a:p>
        </p:txBody>
      </p:sp>
      <p:sp>
        <p:nvSpPr>
          <p:cNvPr id="1127" name="">
            <a:extLst xmlns:a="http://schemas.openxmlformats.org/drawingml/2006/main">
              <a:ext uri="{FF2B5EF4-FFF2-40B4-BE49-F238E27FC236}">
                <a16:creationId xmlns:a16="http://schemas.microsoft.com/office/drawing/2014/main" id="{1ABA3823-E053-4C7A-BB07-06A25997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28" name="">
            <a:extLst xmlns:a="http://schemas.openxmlformats.org/drawingml/2006/main">
              <a:ext uri="{FF2B5EF4-FFF2-40B4-BE49-F238E27FC236}">
                <a16:creationId xmlns:a16="http://schemas.microsoft.com/office/drawing/2014/main" id="{BBAD6908-A1A9-41F0-97CD-D134B8AD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037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Java 中方法的所有参数都是“传值”——参数是调用者所给值的拷贝。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All parameters of methods in Java are "pass by value" - the parameters are copies of the values ​​given by the caller.</a:t>
            </a:r>
          </a:p>
        </p:txBody>
      </p:sp>
      <p:sp>
        <p:nvSpPr>
          <p:cNvPr id="1129" name="">
            <a:extLst xmlns:a="http://schemas.openxmlformats.org/drawingml/2006/main">
              <a:ext uri="{FF2B5EF4-FFF2-40B4-BE49-F238E27FC236}">
                <a16:creationId xmlns:a16="http://schemas.microsoft.com/office/drawing/2014/main" id="{B5975578-C00D-4558-9E50-D1286821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295400"/>
            <a:ext cx="3695700" cy="4752975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6DCE5"/>
            </a:solidFill>
            <a:prstDash val="solid"/>
          </a:ln>
          <a:effectLst xmlns:a="http://schemas.openxmlformats.org/drawingml/2006/main"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30" name="">
            <a:extLst xmlns:a="http://schemas.openxmlformats.org/drawingml/2006/main">
              <a:ext uri="{FF2B5EF4-FFF2-40B4-BE49-F238E27FC236}">
                <a16:creationId xmlns:a16="http://schemas.microsoft.com/office/drawing/2014/main" id="{40885AC0-415F-4E12-966C-339E9148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1485900"/>
            <a:ext cx="32766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45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基本数据类型参数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Basic data type parameters</a:t>
            </a:r>
          </a:p>
        </p:txBody>
      </p:sp>
      <p:sp>
        <p:nvSpPr>
          <p:cNvPr id="1131" name="">
            <a:extLst xmlns:a="http://schemas.openxmlformats.org/drawingml/2006/main">
              <a:ext uri="{FF2B5EF4-FFF2-40B4-BE49-F238E27FC236}">
                <a16:creationId xmlns:a16="http://schemas.microsoft.com/office/drawing/2014/main" id="{01545318-9BDD-4DCA-A1B7-71981B1C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18383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32" name="">
            <a:extLst xmlns:a="http://schemas.openxmlformats.org/drawingml/2006/main">
              <a:ext uri="{FF2B5EF4-FFF2-40B4-BE49-F238E27FC236}">
                <a16:creationId xmlns:a16="http://schemas.microsoft.com/office/drawing/2014/main" id="{2DDAFA9A-555C-454A-9A82-A4D5182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2019300"/>
            <a:ext cx="32766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向参数“传值”传递的是值的拷贝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Passing by value to a parameter is a copy of the value</a:t>
            </a:r>
          </a:p>
        </p:txBody>
      </p:sp>
      <p:sp>
        <p:nvSpPr>
          <p:cNvPr id="1133" name="">
            <a:extLst xmlns:a="http://schemas.openxmlformats.org/drawingml/2006/main">
              <a:ext uri="{FF2B5EF4-FFF2-40B4-BE49-F238E27FC236}">
                <a16:creationId xmlns:a16="http://schemas.microsoft.com/office/drawing/2014/main" id="{5D1F4B35-C9B5-4B82-B51B-D3ABE8C9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2352675"/>
            <a:ext cx="32766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437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参数得到的值与实参互不干扰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The value obtained by the parameter does not interfere with the actual parameter.</a:t>
            </a:r>
          </a:p>
        </p:txBody>
      </p:sp>
      <p:sp>
        <p:nvSpPr>
          <p:cNvPr id="1134" name="">
            <a:extLst xmlns:a="http://schemas.openxmlformats.org/drawingml/2006/main">
              <a:ext uri="{FF2B5EF4-FFF2-40B4-BE49-F238E27FC236}">
                <a16:creationId xmlns:a16="http://schemas.microsoft.com/office/drawing/2014/main" id="{7D1D5669-A7E7-4776-B162-6E4BF398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2686050"/>
            <a:ext cx="32766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传值级别不可高于参数的级别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The value level cannot be higher than the parameter level</a:t>
            </a:r>
          </a:p>
        </p:txBody>
      </p:sp>
      <p:sp>
        <p:nvSpPr>
          <p:cNvPr id="1135" name="">
            <a:extLst xmlns:a="http://schemas.openxmlformats.org/drawingml/2006/main">
              <a:ext uri="{FF2B5EF4-FFF2-40B4-BE49-F238E27FC236}">
                <a16:creationId xmlns:a16="http://schemas.microsoft.com/office/drawing/2014/main" id="{1B033974-211E-4DEE-98AA-A9A6D29B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3019425"/>
            <a:ext cx="32766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如 int x 得到实参 int 值的副本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If int x gets a copy of the int value of the actual parameter</a:t>
            </a:r>
          </a:p>
        </p:txBody>
      </p:sp>
      <p:sp>
        <p:nvSpPr>
          <p:cNvPr id="1136" name="">
            <a:extLst xmlns:a="http://schemas.openxmlformats.org/drawingml/2006/main">
              <a:ext uri="{FF2B5EF4-FFF2-40B4-BE49-F238E27FC236}">
                <a16:creationId xmlns:a16="http://schemas.microsoft.com/office/drawing/2014/main" id="{1475C08A-F788-4E82-A98E-70911FF7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48625" y="1295400"/>
            <a:ext cx="3686175" cy="4752975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6DCE5"/>
            </a:solidFill>
            <a:prstDash val="solid"/>
          </a:ln>
          <a:effectLst xmlns:a="http://schemas.openxmlformats.org/drawingml/2006/main"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37" name="">
            <a:extLst xmlns:a="http://schemas.openxmlformats.org/drawingml/2006/main">
              <a:ext uri="{FF2B5EF4-FFF2-40B4-BE49-F238E27FC236}">
                <a16:creationId xmlns:a16="http://schemas.microsoft.com/office/drawing/2014/main" id="{D3BFACD3-9833-4945-B28B-F9507FAD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1485900"/>
            <a:ext cx="32670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45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引用类型参数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Reference type parameters</a:t>
            </a:r>
          </a:p>
        </p:txBody>
      </p:sp>
      <p:sp>
        <p:nvSpPr>
          <p:cNvPr id="1138" name="">
            <a:extLst xmlns:a="http://schemas.openxmlformats.org/drawingml/2006/main">
              <a:ext uri="{FF2B5EF4-FFF2-40B4-BE49-F238E27FC236}">
                <a16:creationId xmlns:a16="http://schemas.microsoft.com/office/drawing/2014/main" id="{12C61806-802F-47B5-AD2F-0E902FA8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18383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39" name="">
            <a:extLst xmlns:a="http://schemas.openxmlformats.org/drawingml/2006/main">
              <a:ext uri="{FF2B5EF4-FFF2-40B4-BE49-F238E27FC236}">
                <a16:creationId xmlns:a16="http://schemas.microsoft.com/office/drawing/2014/main" id="{626AA7E8-A848-444A-B57E-FB448509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2019300"/>
            <a:ext cx="32670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314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传递的是变量中存放的“引用”（地址）的拷贝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What is passed is a copy of the "reference" (address) stored in the variable</a:t>
            </a:r>
          </a:p>
        </p:txBody>
      </p:sp>
      <p:sp>
        <p:nvSpPr>
          <p:cNvPr id="1140" name="">
            <a:extLst xmlns:a="http://schemas.openxmlformats.org/drawingml/2006/main">
              <a:ext uri="{FF2B5EF4-FFF2-40B4-BE49-F238E27FC236}">
                <a16:creationId xmlns:a16="http://schemas.microsoft.com/office/drawing/2014/main" id="{5261B2FB-664C-4942-B48E-602D4047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2628900"/>
            <a:ext cx="32670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实参与形参指向同一个实体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Actual and formal parameters point to the same entity</a:t>
            </a:r>
          </a:p>
        </p:txBody>
      </p:sp>
      <p:sp>
        <p:nvSpPr>
          <p:cNvPr id="1141" name="">
            <a:extLst xmlns:a="http://schemas.openxmlformats.org/drawingml/2006/main">
              <a:ext uri="{FF2B5EF4-FFF2-40B4-BE49-F238E27FC236}">
                <a16:creationId xmlns:a16="http://schemas.microsoft.com/office/drawing/2014/main" id="{29CE7484-F355-42BC-8A8C-110B0FAD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2962275"/>
            <a:ext cx="32670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2843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修改形参引用所指向的实体会影响实参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Modifying the entity pointed to by the formal parameter reference will affect the actual parameters</a:t>
            </a:r>
          </a:p>
        </p:txBody>
      </p:sp>
      <p:sp>
        <p:nvSpPr>
          <p:cNvPr id="1142" name="">
            <a:extLst xmlns:a="http://schemas.openxmlformats.org/drawingml/2006/main">
              <a:ext uri="{FF2B5EF4-FFF2-40B4-BE49-F238E27FC236}">
                <a16:creationId xmlns:a16="http://schemas.microsoft.com/office/drawing/2014/main" id="{DFEAB7B4-F6C8-4B1E-9AB8-C3516005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58175" y="3295650"/>
            <a:ext cx="32670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引用类型包括对象、数组和接口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· Reference types include objects, arrays and interfaces</a:t>
            </a:r>
          </a:p>
        </p:txBody>
      </p:sp>
      <p:sp>
        <p:nvSpPr>
          <p:cNvPr id="1143" name="">
            <a:extLst xmlns:a="http://schemas.openxmlformats.org/drawingml/2006/main">
              <a:ext uri="{FF2B5EF4-FFF2-40B4-BE49-F238E27FC236}">
                <a16:creationId xmlns:a16="http://schemas.microsoft.com/office/drawing/2014/main" id="{5B1DD0C6-084D-45CD-B37B-553EF94C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44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94719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5" name="">
            <a:extLst xmlns:a="http://schemas.openxmlformats.org/drawingml/2006/main">
              <a:ext uri="{FF2B5EF4-FFF2-40B4-BE49-F238E27FC236}">
                <a16:creationId xmlns:a16="http://schemas.microsoft.com/office/drawing/2014/main" id="{6A490CF1-5EA5-4AD7-9E16-9A5A46C6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6" name="">
            <a:extLst xmlns:a="http://schemas.openxmlformats.org/drawingml/2006/main">
              <a:ext uri="{FF2B5EF4-FFF2-40B4-BE49-F238E27FC236}">
                <a16:creationId xmlns:a16="http://schemas.microsoft.com/office/drawing/2014/main" id="{98B83E74-B0DF-4166-B4BE-A482BA81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7" name="">
            <a:extLst xmlns:a="http://schemas.openxmlformats.org/drawingml/2006/main">
              <a:ext uri="{FF2B5EF4-FFF2-40B4-BE49-F238E27FC236}">
                <a16:creationId xmlns:a16="http://schemas.microsoft.com/office/drawing/2014/main" id="{09D197B4-BD6C-4994-9242-482066D9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148" name="">
            <a:extLst xmlns:a="http://schemas.openxmlformats.org/drawingml/2006/main">
              <a:ext uri="{FF2B5EF4-FFF2-40B4-BE49-F238E27FC236}">
                <a16:creationId xmlns:a16="http://schemas.microsoft.com/office/drawing/2014/main" id="{C085274E-DA1E-44BD-9D2E-52E54CC2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§4.5.2</a:t>
            </a:r>
            <a:endParaRPr/>
          </a:p>
        </p:txBody>
      </p:sp>
      <p:sp>
        <p:nvSpPr>
          <p:cNvPr id="1149" name="">
            <a:extLst xmlns:a="http://schemas.openxmlformats.org/drawingml/2006/main">
              <a:ext uri="{FF2B5EF4-FFF2-40B4-BE49-F238E27FC236}">
                <a16:creationId xmlns:a16="http://schemas.microsoft.com/office/drawing/2014/main" id="{771E586F-DE7F-4166-A547-18173965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932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基本数据类型参数的传值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Passing values ​​of basic data type parameters</a:t>
            </a:r>
          </a:p>
        </p:txBody>
      </p:sp>
      <p:sp>
        <p:nvSpPr>
          <p:cNvPr id="1150" name="">
            <a:extLst xmlns:a="http://schemas.openxmlformats.org/drawingml/2006/main">
              <a:ext uri="{FF2B5EF4-FFF2-40B4-BE49-F238E27FC236}">
                <a16:creationId xmlns:a16="http://schemas.microsoft.com/office/drawing/2014/main" id="{0D04252D-B3B8-47CD-98E0-4E0443DD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51" name="">
            <a:extLst xmlns:a="http://schemas.openxmlformats.org/drawingml/2006/main">
              <a:ext uri="{FF2B5EF4-FFF2-40B4-BE49-F238E27FC236}">
                <a16:creationId xmlns:a16="http://schemas.microsoft.com/office/drawing/2014/main" id="{B8184B0F-B2CC-4D89-BAE6-57CC4494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对于基本数据类型参数，传递的是值的拷贝，且传值级别不可高于参数级别。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For basic data type parameters, a copy of the value is passed, and the value level cannot be higher than the parameter level.</a:t>
            </a:r>
          </a:p>
        </p:txBody>
      </p:sp>
      <p:pic>
        <p:nvPicPr>
          <p:cNvPr id="1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26d7d78a249d9"/>
          <a:srcRect xmlns:a="http://schemas.openxmlformats.org/drawingml/2006/main" l="11" t="0" r="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86400" y="1600200"/>
            <a:ext cx="490537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153" name="">
            <a:extLst xmlns:a="http://schemas.openxmlformats.org/drawingml/2006/main">
              <a:ext uri="{FF2B5EF4-FFF2-40B4-BE49-F238E27FC236}">
                <a16:creationId xmlns:a16="http://schemas.microsoft.com/office/drawing/2014/main" id="{92940E6E-6907-468C-BA88-387B6C25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45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8329921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5" name="">
            <a:extLst xmlns:a="http://schemas.openxmlformats.org/drawingml/2006/main">
              <a:ext uri="{FF2B5EF4-FFF2-40B4-BE49-F238E27FC236}">
                <a16:creationId xmlns:a16="http://schemas.microsoft.com/office/drawing/2014/main" id="{FB804D36-980A-40CC-ADC0-B0E62858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56" name="">
            <a:extLst xmlns:a="http://schemas.openxmlformats.org/drawingml/2006/main">
              <a:ext uri="{FF2B5EF4-FFF2-40B4-BE49-F238E27FC236}">
                <a16:creationId xmlns:a16="http://schemas.microsoft.com/office/drawing/2014/main" id="{C5E16478-D08F-487C-8418-E3A4369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57" name="">
            <a:extLst xmlns:a="http://schemas.openxmlformats.org/drawingml/2006/main">
              <a:ext uri="{FF2B5EF4-FFF2-40B4-BE49-F238E27FC236}">
                <a16:creationId xmlns:a16="http://schemas.microsoft.com/office/drawing/2014/main" id="{2A204AF0-3DA3-4BEF-A6EF-A60907AC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158" name="">
            <a:extLst xmlns:a="http://schemas.openxmlformats.org/drawingml/2006/main">
              <a:ext uri="{FF2B5EF4-FFF2-40B4-BE49-F238E27FC236}">
                <a16:creationId xmlns:a16="http://schemas.microsoft.com/office/drawing/2014/main" id="{631CFD65-69C1-4A44-8BE1-B78B338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§4.5.3</a:t>
            </a:r>
            <a:endParaRPr/>
          </a:p>
        </p:txBody>
      </p:sp>
      <p:sp>
        <p:nvSpPr>
          <p:cNvPr id="1159" name="">
            <a:extLst xmlns:a="http://schemas.openxmlformats.org/drawingml/2006/main">
              <a:ext uri="{FF2B5EF4-FFF2-40B4-BE49-F238E27FC236}">
                <a16:creationId xmlns:a16="http://schemas.microsoft.com/office/drawing/2014/main" id="{57C6507C-65BA-4DE8-851A-386533C5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254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引用类型参数的传值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Pass-by-value of reference type parameters</a:t>
            </a:r>
          </a:p>
        </p:txBody>
      </p:sp>
      <p:sp>
        <p:nvSpPr>
          <p:cNvPr id="1160" name="">
            <a:extLst xmlns:a="http://schemas.openxmlformats.org/drawingml/2006/main">
              <a:ext uri="{FF2B5EF4-FFF2-40B4-BE49-F238E27FC236}">
                <a16:creationId xmlns:a16="http://schemas.microsoft.com/office/drawing/2014/main" id="{CAEE81D0-F69E-43CB-B981-A2E2F8CC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61" name="">
            <a:extLst xmlns:a="http://schemas.openxmlformats.org/drawingml/2006/main">
              <a:ext uri="{FF2B5EF4-FFF2-40B4-BE49-F238E27FC236}">
                <a16:creationId xmlns:a16="http://schemas.microsoft.com/office/drawing/2014/main" id="{D53E5807-C7C3-4545-AC81-EAD4F7C7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827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当参数是引用类型时，传递的是变量中存放的“引用”，而不是所引用的实体。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When the parameter is a reference type, what is passed is the "reference" stored in the variable, not the referenced entity.</a:t>
            </a:r>
          </a:p>
        </p:txBody>
      </p:sp>
      <p:pic>
        <p:nvPicPr>
          <p:cNvPr id="1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4aca3186c4524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00625" y="1600200"/>
            <a:ext cx="58864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163" name="">
            <a:extLst xmlns:a="http://schemas.openxmlformats.org/drawingml/2006/main">
              <a:ext uri="{FF2B5EF4-FFF2-40B4-BE49-F238E27FC236}">
                <a16:creationId xmlns:a16="http://schemas.microsoft.com/office/drawing/2014/main" id="{E9923D33-3BDD-44B0-BD74-231B1C3D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46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596664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5" name="">
            <a:extLst xmlns:a="http://schemas.openxmlformats.org/drawingml/2006/main">
              <a:ext uri="{FF2B5EF4-FFF2-40B4-BE49-F238E27FC236}">
                <a16:creationId xmlns:a16="http://schemas.microsoft.com/office/drawing/2014/main" id="{D678EF5E-0A97-488F-8EFA-F1F4343E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66" name="">
            <a:extLst xmlns:a="http://schemas.openxmlformats.org/drawingml/2006/main">
              <a:ext uri="{FF2B5EF4-FFF2-40B4-BE49-F238E27FC236}">
                <a16:creationId xmlns:a16="http://schemas.microsoft.com/office/drawing/2014/main" id="{2668CCE9-E940-4846-B077-B2392B74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67" name="">
            <a:extLst xmlns:a="http://schemas.openxmlformats.org/drawingml/2006/main">
              <a:ext uri="{FF2B5EF4-FFF2-40B4-BE49-F238E27FC236}">
                <a16:creationId xmlns:a16="http://schemas.microsoft.com/office/drawing/2014/main" id="{0F0C84A2-45EC-40B5-98EB-D15B669B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168" name="">
            <a:extLst xmlns:a="http://schemas.openxmlformats.org/drawingml/2006/main">
              <a:ext uri="{FF2B5EF4-FFF2-40B4-BE49-F238E27FC236}">
                <a16:creationId xmlns:a16="http://schemas.microsoft.com/office/drawing/2014/main" id="{43B7B0DD-B3AB-434F-ABE6-5BE7A4A1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§4.5.3 例题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§4.5.3 Example questions</a:t>
            </a:r>
          </a:p>
        </p:txBody>
      </p:sp>
      <p:sp>
        <p:nvSpPr>
          <p:cNvPr id="1169" name="">
            <a:extLst xmlns:a="http://schemas.openxmlformats.org/drawingml/2006/main">
              <a:ext uri="{FF2B5EF4-FFF2-40B4-BE49-F238E27FC236}">
                <a16:creationId xmlns:a16="http://schemas.microsoft.com/office/drawing/2014/main" id="{0760F4E8-0420-4035-BECF-B86DEBFF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例子7：收音机使用电池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7: Radio uses batteries</a:t>
            </a:r>
          </a:p>
        </p:txBody>
      </p:sp>
      <p:sp>
        <p:nvSpPr>
          <p:cNvPr id="1170" name="">
            <a:extLst xmlns:a="http://schemas.openxmlformats.org/drawingml/2006/main">
              <a:ext uri="{FF2B5EF4-FFF2-40B4-BE49-F238E27FC236}">
                <a16:creationId xmlns:a16="http://schemas.microsoft.com/office/drawing/2014/main" id="{E3C3AC34-6989-4CDA-A151-7F1A6EEC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71" name="">
            <a:extLst xmlns:a="http://schemas.openxmlformats.org/drawingml/2006/main">
              <a:ext uri="{FF2B5EF4-FFF2-40B4-BE49-F238E27FC236}">
                <a16:creationId xmlns:a16="http://schemas.microsoft.com/office/drawing/2014/main" id="{F9CC9E12-D598-4DEE-A624-283CADDF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825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Radio 对象调用 openRadio(Battery battery) 时，将 Battery 对象 nanfu 传给参数 battery；打开收音机消耗电池储电量，nanfu 的储电量随之变化。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When the Radio object calls openRadio(Battery battery), the Battery object nanfu is passed to the parameter battery; turning on the radio consumes battery storage, and the storage capacity of nanfu changes accordingly.</a:t>
            </a:r>
          </a:p>
        </p:txBody>
      </p:sp>
      <p:sp>
        <p:nvSpPr>
          <p:cNvPr id="1172" name="">
            <a:extLst xmlns:a="http://schemas.openxmlformats.org/drawingml/2006/main">
              <a:ext uri="{FF2B5EF4-FFF2-40B4-BE49-F238E27FC236}">
                <a16:creationId xmlns:a16="http://schemas.microsoft.com/office/drawing/2014/main" id="{2941C694-5433-49DC-B066-4CE9418B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73" name="">
            <a:extLst xmlns:a="http://schemas.openxmlformats.org/drawingml/2006/main">
              <a:ext uri="{FF2B5EF4-FFF2-40B4-BE49-F238E27FC236}">
                <a16:creationId xmlns:a16="http://schemas.microsoft.com/office/drawing/2014/main" id="{CE734DF0-ACB9-4825-83C4-7E1DE116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Radio 类（Radio.java）创建“收音机”对象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Radio class (Radio.java) creates a "radio" object</a:t>
            </a:r>
          </a:p>
        </p:txBody>
      </p:sp>
      <p:sp>
        <p:nvSpPr>
          <p:cNvPr id="1174" name="">
            <a:extLst xmlns:a="http://schemas.openxmlformats.org/drawingml/2006/main">
              <a:ext uri="{FF2B5EF4-FFF2-40B4-BE49-F238E27FC236}">
                <a16:creationId xmlns:a16="http://schemas.microsoft.com/office/drawing/2014/main" id="{E22FBE33-9E5C-4D96-94F3-4B57BD94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75" name="">
            <a:extLst xmlns:a="http://schemas.openxmlformats.org/drawingml/2006/main">
              <a:ext uri="{FF2B5EF4-FFF2-40B4-BE49-F238E27FC236}">
                <a16:creationId xmlns:a16="http://schemas.microsoft.com/office/drawing/2014/main" id="{1A58ECAA-5CB7-44CF-A929-79EF2FC6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Battery 类（Battery.java）创建“电池”对象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Battery class (Battery.java) creates a "battery" object</a:t>
            </a:r>
          </a:p>
        </p:txBody>
      </p:sp>
      <p:sp>
        <p:nvSpPr>
          <p:cNvPr id="1176" name="">
            <a:extLst xmlns:a="http://schemas.openxmlformats.org/drawingml/2006/main">
              <a:ext uri="{FF2B5EF4-FFF2-40B4-BE49-F238E27FC236}">
                <a16:creationId xmlns:a16="http://schemas.microsoft.com/office/drawing/2014/main" id="{6ED225EF-D2C7-4205-887C-9ACA68AF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77" name="">
            <a:extLst xmlns:a="http://schemas.openxmlformats.org/drawingml/2006/main">
              <a:ext uri="{FF2B5EF4-FFF2-40B4-BE49-F238E27FC236}">
                <a16:creationId xmlns:a16="http://schemas.microsoft.com/office/drawing/2014/main" id="{42A94F1E-4505-4F7A-AC75-44B799FC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主类 Example4_7.java 将 nanfu 传给 openRadio，消耗其储电量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main class Example4_7.java passes nanfu to openRadio to consume its power reserve.</a:t>
            </a:r>
          </a:p>
        </p:txBody>
      </p:sp>
      <p:sp>
        <p:nvSpPr>
          <p:cNvPr id="1178" name="">
            <a:extLst xmlns:a="http://schemas.openxmlformats.org/drawingml/2006/main">
              <a:ext uri="{FF2B5EF4-FFF2-40B4-BE49-F238E27FC236}">
                <a16:creationId xmlns:a16="http://schemas.microsoft.com/office/drawing/2014/main" id="{8EECFFAC-56E0-4CBC-81A9-D93C24F6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47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34874712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0" name="">
            <a:extLst xmlns:a="http://schemas.openxmlformats.org/drawingml/2006/main">
              <a:ext uri="{FF2B5EF4-FFF2-40B4-BE49-F238E27FC236}">
                <a16:creationId xmlns:a16="http://schemas.microsoft.com/office/drawing/2014/main" id="{740B1BBA-25CD-4E5A-8A51-545802DF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81" name="">
            <a:extLst xmlns:a="http://schemas.openxmlformats.org/drawingml/2006/main">
              <a:ext uri="{FF2B5EF4-FFF2-40B4-BE49-F238E27FC236}">
                <a16:creationId xmlns:a16="http://schemas.microsoft.com/office/drawing/2014/main" id="{863A3B14-1A28-4D4A-B9F3-DBEB8F26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82" name="">
            <a:extLst xmlns:a="http://schemas.openxmlformats.org/drawingml/2006/main">
              <a:ext uri="{FF2B5EF4-FFF2-40B4-BE49-F238E27FC236}">
                <a16:creationId xmlns:a16="http://schemas.microsoft.com/office/drawing/2014/main" id="{D6F8BA15-1B3F-4293-BDA1-A4B567D6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183" name="">
            <a:extLst xmlns:a="http://schemas.openxmlformats.org/drawingml/2006/main">
              <a:ext uri="{FF2B5EF4-FFF2-40B4-BE49-F238E27FC236}">
                <a16:creationId xmlns:a16="http://schemas.microsoft.com/office/drawing/2014/main" id="{536963F6-3706-4AE6-8A5D-6DADE882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例子7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7</a:t>
            </a:r>
          </a:p>
        </p:txBody>
      </p:sp>
      <p:sp>
        <p:nvSpPr>
          <p:cNvPr id="1184" name="">
            <a:extLst xmlns:a="http://schemas.openxmlformats.org/drawingml/2006/main">
              <a:ext uri="{FF2B5EF4-FFF2-40B4-BE49-F238E27FC236}">
                <a16:creationId xmlns:a16="http://schemas.microsoft.com/office/drawing/2014/main" id="{4FC0736E-36F8-43A7-A993-90E22CBE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Radio 类：收音机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Radio class: radio</a:t>
            </a:r>
          </a:p>
        </p:txBody>
      </p:sp>
      <p:sp>
        <p:nvSpPr>
          <p:cNvPr id="1185" name="">
            <a:extLst xmlns:a="http://schemas.openxmlformats.org/drawingml/2006/main">
              <a:ext uri="{FF2B5EF4-FFF2-40B4-BE49-F238E27FC236}">
                <a16:creationId xmlns:a16="http://schemas.microsoft.com/office/drawing/2014/main" id="{16DE815F-0BB9-41CC-9E03-D1EED158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86" name="">
            <a:extLst xmlns:a="http://schemas.openxmlformats.org/drawingml/2006/main">
              <a:ext uri="{FF2B5EF4-FFF2-40B4-BE49-F238E27FC236}">
                <a16:creationId xmlns:a16="http://schemas.microsoft.com/office/drawing/2014/main" id="{397C4C22-9FC2-47A0-95A3-364E5511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Radio.java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Radio.java auxiliary class code</a:t>
            </a:r>
          </a:p>
        </p:txBody>
      </p:sp>
      <p:pic>
        <p:nvPicPr>
          <p:cNvPr id="1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0fb45525e421f"/>
          <a:srcRect xmlns:a="http://schemas.openxmlformats.org/drawingml/2006/main" l="0" t="50" r="0" b="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657475"/>
            <a:ext cx="7591425" cy="1990725"/>
          </a:xfrm>
          <a:prstGeom xmlns:a="http://schemas.openxmlformats.org/drawingml/2006/main" prst="roundRect">
            <a:avLst>
              <a:gd name="adj" fmla="val 5742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188" name="">
            <a:extLst xmlns:a="http://schemas.openxmlformats.org/drawingml/2006/main">
              <a:ext uri="{FF2B5EF4-FFF2-40B4-BE49-F238E27FC236}">
                <a16:creationId xmlns:a16="http://schemas.microsoft.com/office/drawing/2014/main" id="{DD34B798-231D-4EC9-8A65-5FBF3540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48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2229735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0" name="">
            <a:extLst xmlns:a="http://schemas.openxmlformats.org/drawingml/2006/main">
              <a:ext uri="{FF2B5EF4-FFF2-40B4-BE49-F238E27FC236}">
                <a16:creationId xmlns:a16="http://schemas.microsoft.com/office/drawing/2014/main" id="{6C33DF64-5574-44C3-AA4F-F185E3B0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91" name="">
            <a:extLst xmlns:a="http://schemas.openxmlformats.org/drawingml/2006/main">
              <a:ext uri="{FF2B5EF4-FFF2-40B4-BE49-F238E27FC236}">
                <a16:creationId xmlns:a16="http://schemas.microsoft.com/office/drawing/2014/main" id="{374301FD-8CAA-457A-886C-B183A723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92" name="">
            <a:extLst xmlns:a="http://schemas.openxmlformats.org/drawingml/2006/main">
              <a:ext uri="{FF2B5EF4-FFF2-40B4-BE49-F238E27FC236}">
                <a16:creationId xmlns:a16="http://schemas.microsoft.com/office/drawing/2014/main" id="{092C1766-F761-43DB-BC39-798B054B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193" name="">
            <a:extLst xmlns:a="http://schemas.openxmlformats.org/drawingml/2006/main">
              <a:ext uri="{FF2B5EF4-FFF2-40B4-BE49-F238E27FC236}">
                <a16:creationId xmlns:a16="http://schemas.microsoft.com/office/drawing/2014/main" id="{2B52A4A6-6FD2-4CCC-9FBE-617E42DB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例子7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7</a:t>
            </a:r>
          </a:p>
        </p:txBody>
      </p:sp>
      <p:sp>
        <p:nvSpPr>
          <p:cNvPr id="1194" name="">
            <a:extLst xmlns:a="http://schemas.openxmlformats.org/drawingml/2006/main">
              <a:ext uri="{FF2B5EF4-FFF2-40B4-BE49-F238E27FC236}">
                <a16:creationId xmlns:a16="http://schemas.microsoft.com/office/drawing/2014/main" id="{FEB6011C-9D2D-4060-9613-055BB3A5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Battery 类：电池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Battery class: battery</a:t>
            </a:r>
          </a:p>
        </p:txBody>
      </p:sp>
      <p:sp>
        <p:nvSpPr>
          <p:cNvPr id="1195" name="">
            <a:extLst xmlns:a="http://schemas.openxmlformats.org/drawingml/2006/main">
              <a:ext uri="{FF2B5EF4-FFF2-40B4-BE49-F238E27FC236}">
                <a16:creationId xmlns:a16="http://schemas.microsoft.com/office/drawing/2014/main" id="{A0EC5344-A68A-4C02-8F23-F0A19388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96" name="">
            <a:extLst xmlns:a="http://schemas.openxmlformats.org/drawingml/2006/main">
              <a:ext uri="{FF2B5EF4-FFF2-40B4-BE49-F238E27FC236}">
                <a16:creationId xmlns:a16="http://schemas.microsoft.com/office/drawing/2014/main" id="{E3AECE3F-EC5F-44AC-A0AE-5C73B9DE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Battery.java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Battery.java auxiliary class code</a:t>
            </a:r>
          </a:p>
        </p:txBody>
      </p:sp>
      <p:pic>
        <p:nvPicPr>
          <p:cNvPr id="1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91088ca7b4fe4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724025"/>
            <a:ext cx="7591425" cy="3867150"/>
          </a:xfrm>
          <a:prstGeom xmlns:a="http://schemas.openxmlformats.org/drawingml/2006/main" prst="roundRect">
            <a:avLst>
              <a:gd name="adj" fmla="val 2956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198" name="">
            <a:extLst xmlns:a="http://schemas.openxmlformats.org/drawingml/2006/main">
              <a:ext uri="{FF2B5EF4-FFF2-40B4-BE49-F238E27FC236}">
                <a16:creationId xmlns:a16="http://schemas.microsoft.com/office/drawing/2014/main" id="{2F8EBF01-5AE6-4E69-A11C-B258A521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49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14595910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3" name="">
            <a:extLst xmlns:a="http://schemas.openxmlformats.org/drawingml/2006/main">
              <a:ext uri="{FF2B5EF4-FFF2-40B4-BE49-F238E27FC236}">
                <a16:creationId xmlns:a16="http://schemas.microsoft.com/office/drawing/2014/main" id="{7CC8A467-B7D9-47CA-AFF6-738B451D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24" name="">
            <a:extLst xmlns:a="http://schemas.openxmlformats.org/drawingml/2006/main">
              <a:ext uri="{FF2B5EF4-FFF2-40B4-BE49-F238E27FC236}">
                <a16:creationId xmlns:a16="http://schemas.microsoft.com/office/drawing/2014/main" id="{3E114DBC-6B27-4377-97A2-ABB116AB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25" name="">
            <a:extLst xmlns:a="http://schemas.openxmlformats.org/drawingml/2006/main">
              <a:ext uri="{FF2B5EF4-FFF2-40B4-BE49-F238E27FC236}">
                <a16:creationId xmlns:a16="http://schemas.microsoft.com/office/drawing/2014/main" id="{B4B6902A-474F-40D7-84F6-17F596A0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226" name="">
            <a:extLst xmlns:a="http://schemas.openxmlformats.org/drawingml/2006/main">
              <a:ext uri="{FF2B5EF4-FFF2-40B4-BE49-F238E27FC236}">
                <a16:creationId xmlns:a16="http://schemas.microsoft.com/office/drawing/2014/main" id="{607151D0-FE81-4E9C-B6E3-B0712B69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例子7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7</a:t>
            </a:r>
          </a:p>
        </p:txBody>
      </p:sp>
      <p:sp>
        <p:nvSpPr>
          <p:cNvPr id="1227" name="">
            <a:extLst xmlns:a="http://schemas.openxmlformats.org/drawingml/2006/main">
              <a:ext uri="{FF2B5EF4-FFF2-40B4-BE49-F238E27FC236}">
                <a16:creationId xmlns:a16="http://schemas.microsoft.com/office/drawing/2014/main" id="{860C58E4-AC3B-40D2-9F04-0BD39346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01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收音机使用电池示例（上）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Radio battery example (Part 1)</a:t>
            </a:r>
          </a:p>
        </p:txBody>
      </p:sp>
      <p:sp>
        <p:nvSpPr>
          <p:cNvPr id="1228" name="">
            <a:extLst xmlns:a="http://schemas.openxmlformats.org/drawingml/2006/main">
              <a:ext uri="{FF2B5EF4-FFF2-40B4-BE49-F238E27FC236}">
                <a16:creationId xmlns:a16="http://schemas.microsoft.com/office/drawing/2014/main" id="{CAA9825B-96E0-4D71-B75C-C91FB4C6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29" name="">
            <a:extLst xmlns:a="http://schemas.openxmlformats.org/drawingml/2006/main">
              <a:ext uri="{FF2B5EF4-FFF2-40B4-BE49-F238E27FC236}">
                <a16:creationId xmlns:a16="http://schemas.microsoft.com/office/drawing/2014/main" id="{17477B45-ACF4-40D6-BB2B-35C41ABC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Radio 与 Battery 类，演示引用类型参数传值。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Radio and Battery classes demonstrate reference type parameter passing by value.</a:t>
            </a:r>
          </a:p>
        </p:txBody>
      </p:sp>
      <p:pic>
        <p:nvPicPr>
          <p:cNvPr id="1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df68b345b4fa9"/>
          <a:srcRect xmlns:a="http://schemas.openxmlformats.org/drawingml/2006/main" l="67" t="0" r="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219325"/>
            <a:ext cx="7591425" cy="2876550"/>
          </a:xfrm>
          <a:prstGeom xmlns:a="http://schemas.openxmlformats.org/drawingml/2006/main" prst="roundRect">
            <a:avLst>
              <a:gd name="adj" fmla="val 3974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231" name="">
            <a:extLst xmlns:a="http://schemas.openxmlformats.org/drawingml/2006/main">
              <a:ext uri="{FF2B5EF4-FFF2-40B4-BE49-F238E27FC236}">
                <a16:creationId xmlns:a16="http://schemas.microsoft.com/office/drawing/2014/main" id="{EA74950E-F39E-42AB-A1BD-B3598302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50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14003196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3" name="">
            <a:extLst xmlns:a="http://schemas.openxmlformats.org/drawingml/2006/main">
              <a:ext uri="{FF2B5EF4-FFF2-40B4-BE49-F238E27FC236}">
                <a16:creationId xmlns:a16="http://schemas.microsoft.com/office/drawing/2014/main" id="{993BAF38-CF41-43B2-BED2-40E10FDB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34" name="">
            <a:extLst xmlns:a="http://schemas.openxmlformats.org/drawingml/2006/main">
              <a:ext uri="{FF2B5EF4-FFF2-40B4-BE49-F238E27FC236}">
                <a16:creationId xmlns:a16="http://schemas.microsoft.com/office/drawing/2014/main" id="{7EE49E80-DAAC-4593-AA72-2171BAC2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35" name="">
            <a:extLst xmlns:a="http://schemas.openxmlformats.org/drawingml/2006/main">
              <a:ext uri="{FF2B5EF4-FFF2-40B4-BE49-F238E27FC236}">
                <a16:creationId xmlns:a16="http://schemas.microsoft.com/office/drawing/2014/main" id="{4C96ABB6-CC82-481D-BE97-EBAB021A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236" name="">
            <a:extLst xmlns:a="http://schemas.openxmlformats.org/drawingml/2006/main">
              <a:ext uri="{FF2B5EF4-FFF2-40B4-BE49-F238E27FC236}">
                <a16:creationId xmlns:a16="http://schemas.microsoft.com/office/drawing/2014/main" id="{24D229E3-C372-477F-8F84-7B178410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§4.x 运行效果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§4.x Operation effect</a:t>
            </a:r>
          </a:p>
        </p:txBody>
      </p:sp>
      <p:sp>
        <p:nvSpPr>
          <p:cNvPr id="1237" name="">
            <a:extLst xmlns:a="http://schemas.openxmlformats.org/drawingml/2006/main">
              <a:ext uri="{FF2B5EF4-FFF2-40B4-BE49-F238E27FC236}">
                <a16:creationId xmlns:a16="http://schemas.microsoft.com/office/drawing/2014/main" id="{322E8D8C-C649-45AC-85A1-310FC535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674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例子7 运行效果（图4.14）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7 Operation effect (Figure 4.14)</a:t>
            </a:r>
          </a:p>
        </p:txBody>
      </p:sp>
      <p:sp>
        <p:nvSpPr>
          <p:cNvPr id="1238" name="">
            <a:extLst xmlns:a="http://schemas.openxmlformats.org/drawingml/2006/main">
              <a:ext uri="{FF2B5EF4-FFF2-40B4-BE49-F238E27FC236}">
                <a16:creationId xmlns:a16="http://schemas.microsoft.com/office/drawing/2014/main" id="{C74671FB-10D2-4BB8-AD7C-8CA6E2F8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39" name="">
            <a:extLst xmlns:a="http://schemas.openxmlformats.org/drawingml/2006/main">
              <a:ext uri="{FF2B5EF4-FFF2-40B4-BE49-F238E27FC236}">
                <a16:creationId xmlns:a16="http://schemas.microsoft.com/office/drawing/2014/main" id="{096CA510-BBDA-4BB1-967F-BB07F81C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图4.14(a) 收音机使用电池示意；(b) 运行结果：储电量从 100 变为 90。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Figure 4.14(a) Schematic of using a battery for a radio; (b) Operation result: The stored power changes from 100 to 90.</a:t>
            </a:r>
          </a:p>
        </p:txBody>
      </p:sp>
      <p:sp>
        <p:nvSpPr>
          <p:cNvPr id="1240" name="">
            <a:extLst xmlns:a="http://schemas.openxmlformats.org/drawingml/2006/main">
              <a:ext uri="{FF2B5EF4-FFF2-40B4-BE49-F238E27FC236}">
                <a16:creationId xmlns:a16="http://schemas.microsoft.com/office/drawing/2014/main" id="{275D869A-49C9-4065-B6F9-31D886E7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447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41" name="">
            <a:extLst xmlns:a="http://schemas.openxmlformats.org/drawingml/2006/main">
              <a:ext uri="{FF2B5EF4-FFF2-40B4-BE49-F238E27FC236}">
                <a16:creationId xmlns:a16="http://schemas.microsoft.com/office/drawing/2014/main" id="{219C767B-500A-4A4F-9EB7-C3D8087E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3335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示意图与运行效果如图4.14（a）（b）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schematic diagram and operation effect are shown in Figure 4.14 (a) (b)</a:t>
            </a:r>
          </a:p>
        </p:txBody>
      </p:sp>
      <p:pic>
        <p:nvPicPr>
          <p:cNvPr id="1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f4773b3494af2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76925" y="2047875"/>
            <a:ext cx="4162425" cy="1924050"/>
          </a:xfrm>
          <a:prstGeom xmlns:a="http://schemas.openxmlformats.org/drawingml/2006/main" prst="roundRect">
            <a:avLst>
              <a:gd name="adj" fmla="val 3960"/>
            </a:avLst>
          </a:prstGeom>
        </p:spPr>
      </p:pic>
      <p:pic>
        <p:nvPicPr>
          <p:cNvPr id="1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88256fb6a4c3a"/>
          <a:srcRect xmlns:a="http://schemas.openxmlformats.org/drawingml/2006/main" l="0" t="28" r="0" b="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67350" y="4086225"/>
            <a:ext cx="4991100" cy="1924050"/>
          </a:xfrm>
          <a:prstGeom xmlns:a="http://schemas.openxmlformats.org/drawingml/2006/main" prst="roundRect">
            <a:avLst>
              <a:gd name="adj" fmla="val 3960"/>
            </a:avLst>
          </a:prstGeom>
        </p:spPr>
      </p:pic>
      <p:sp>
        <p:nvSpPr>
          <p:cNvPr id="1244" name="">
            <a:extLst xmlns:a="http://schemas.openxmlformats.org/drawingml/2006/main">
              <a:ext uri="{FF2B5EF4-FFF2-40B4-BE49-F238E27FC236}">
                <a16:creationId xmlns:a16="http://schemas.microsoft.com/office/drawing/2014/main" id="{19C66DAA-E793-48FB-9C3F-5DA006E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51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8769760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6" name="">
            <a:extLst xmlns:a="http://schemas.openxmlformats.org/drawingml/2006/main">
              <a:ext uri="{FF2B5EF4-FFF2-40B4-BE49-F238E27FC236}">
                <a16:creationId xmlns:a16="http://schemas.microsoft.com/office/drawing/2014/main" id="{7866946B-E650-454E-99B6-1E141CB9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47" name="">
            <a:extLst xmlns:a="http://schemas.openxmlformats.org/drawingml/2006/main">
              <a:ext uri="{FF2B5EF4-FFF2-40B4-BE49-F238E27FC236}">
                <a16:creationId xmlns:a16="http://schemas.microsoft.com/office/drawing/2014/main" id="{4C0B0F90-8652-493F-807B-BA19D04D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48" name="">
            <a:extLst xmlns:a="http://schemas.openxmlformats.org/drawingml/2006/main">
              <a:ext uri="{FF2B5EF4-FFF2-40B4-BE49-F238E27FC236}">
                <a16:creationId xmlns:a16="http://schemas.microsoft.com/office/drawing/2014/main" id="{7563ED5A-3661-4A99-BEC5-A5097866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249" name="">
            <a:extLst xmlns:a="http://schemas.openxmlformats.org/drawingml/2006/main">
              <a:ext uri="{FF2B5EF4-FFF2-40B4-BE49-F238E27FC236}">
                <a16:creationId xmlns:a16="http://schemas.microsoft.com/office/drawing/2014/main" id="{5E35858E-EAE7-435D-8B6E-522A3912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§4.5.4</a:t>
            </a:r>
            <a:endParaRPr/>
          </a:p>
        </p:txBody>
      </p:sp>
      <p:sp>
        <p:nvSpPr>
          <p:cNvPr id="1250" name="">
            <a:extLst xmlns:a="http://schemas.openxmlformats.org/drawingml/2006/main">
              <a:ext uri="{FF2B5EF4-FFF2-40B4-BE49-F238E27FC236}">
                <a16:creationId xmlns:a16="http://schemas.microsoft.com/office/drawing/2014/main" id="{F107A541-B39E-4729-AB2D-391E1CBC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可变参数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Variable parameters</a:t>
            </a:r>
          </a:p>
        </p:txBody>
      </p:sp>
      <p:sp>
        <p:nvSpPr>
          <p:cNvPr id="1251" name="">
            <a:extLst xmlns:a="http://schemas.openxmlformats.org/drawingml/2006/main">
              <a:ext uri="{FF2B5EF4-FFF2-40B4-BE49-F238E27FC236}">
                <a16:creationId xmlns:a16="http://schemas.microsoft.com/office/drawing/2014/main" id="{A72E760C-E8EC-4448-9FB9-D683CAFE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52" name="">
            <a:extLst xmlns:a="http://schemas.openxmlformats.org/drawingml/2006/main">
              <a:ext uri="{FF2B5EF4-FFF2-40B4-BE49-F238E27FC236}">
                <a16:creationId xmlns:a16="http://schemas.microsoft.com/office/drawing/2014/main" id="{31776174-D620-4F31-9F24-76E66ECF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653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可变参数（variable arguments）允许在声明方法时不给出某几项参数的名字与个数，但这些参数类型必须相同。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Variable arguments allow you not to give the names and numbers of certain parameters when declaring a method, but the types of these parameters must be the same.</a:t>
            </a:r>
          </a:p>
        </p:txBody>
      </p:sp>
      <p:sp>
        <p:nvSpPr>
          <p:cNvPr id="1253" name="">
            <a:extLst xmlns:a="http://schemas.openxmlformats.org/drawingml/2006/main">
              <a:ext uri="{FF2B5EF4-FFF2-40B4-BE49-F238E27FC236}">
                <a16:creationId xmlns:a16="http://schemas.microsoft.com/office/drawing/2014/main" id="{C92FDCAE-EF14-49BC-9A65-4787E6A5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971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54" name="">
            <a:extLst xmlns:a="http://schemas.openxmlformats.org/drawingml/2006/main">
              <a:ext uri="{FF2B5EF4-FFF2-40B4-BE49-F238E27FC236}">
                <a16:creationId xmlns:a16="http://schemas.microsoft.com/office/drawing/2014/main" id="{6B4F36C9-EFBD-4871-860D-81E0A1DB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857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951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用“…”表示若干个类型相同的参数；参数代表必须是参数列表最后一项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Use "..." to represent several parameters of the same type; the parameter representative must be the last item in the parameter list</a:t>
            </a:r>
          </a:p>
        </p:txBody>
      </p:sp>
      <p:sp>
        <p:nvSpPr>
          <p:cNvPr id="1255" name="">
            <a:extLst xmlns:a="http://schemas.openxmlformats.org/drawingml/2006/main">
              <a:ext uri="{FF2B5EF4-FFF2-40B4-BE49-F238E27FC236}">
                <a16:creationId xmlns:a16="http://schemas.microsoft.com/office/drawing/2014/main" id="{4618ECAB-B718-4272-ACDA-F6BE3AC3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56" name="">
            <a:extLst xmlns:a="http://schemas.openxmlformats.org/drawingml/2006/main">
              <a:ext uri="{FF2B5EF4-FFF2-40B4-BE49-F238E27FC236}">
                <a16:creationId xmlns:a16="http://schemas.microsoft.com/office/drawing/2014/main" id="{002D2E4A-9C38-42F0-BDC4-4F039411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419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通过下标运算 x[0]、x[1]… 表示具体参数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Represent specific parameters through subscript operations x[0], x[1]…</a:t>
            </a:r>
          </a:p>
        </p:txBody>
      </p:sp>
      <p:sp>
        <p:nvSpPr>
          <p:cNvPr id="1257" name="">
            <a:extLst xmlns:a="http://schemas.openxmlformats.org/drawingml/2006/main">
              <a:ext uri="{FF2B5EF4-FFF2-40B4-BE49-F238E27FC236}">
                <a16:creationId xmlns:a16="http://schemas.microsoft.com/office/drawing/2014/main" id="{C755505D-CD32-4BD6-B639-11DDE653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58" name="">
            <a:extLst xmlns:a="http://schemas.openxmlformats.org/drawingml/2006/main">
              <a:ext uri="{FF2B5EF4-FFF2-40B4-BE49-F238E27FC236}">
                <a16:creationId xmlns:a16="http://schemas.microsoft.com/office/drawing/2014/main" id="{3EC9546B-E94E-4FC9-87C6-2340EA34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813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getSum(203,178,56,2098) 返回四数之和；getSum(1,2,3) 返回 6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getSum(203,178,56,2098) returns the sum of four numbers; getSum(1,2,3) returns 6</a:t>
            </a:r>
          </a:p>
        </p:txBody>
      </p:sp>
      <p:sp>
        <p:nvSpPr>
          <p:cNvPr id="1259" name="">
            <a:extLst xmlns:a="http://schemas.openxmlformats.org/drawingml/2006/main">
              <a:ext uri="{FF2B5EF4-FFF2-40B4-BE49-F238E27FC236}">
                <a16:creationId xmlns:a16="http://schemas.microsoft.com/office/drawing/2014/main" id="{1867D67F-4C8E-43D5-AE31-A2623E95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43300"/>
            <a:ext cx="75533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6DCE5"/>
            </a:solidFill>
            <a:prstDash val="solid"/>
          </a:ln>
          <a:effectLst xmlns:a="http://schemas.openxmlformats.org/drawingml/2006/main"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60" name="">
            <a:extLst xmlns:a="http://schemas.openxmlformats.org/drawingml/2006/main">
              <a:ext uri="{FF2B5EF4-FFF2-40B4-BE49-F238E27FC236}">
                <a16:creationId xmlns:a16="http://schemas.microsoft.com/office/drawing/2014/main" id="{9F338198-B335-4413-A2EB-946FC890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365760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int getSum(int... x) {</a:t>
            </a:r>
            <a:endParaRPr/>
          </a:p>
        </p:txBody>
      </p:sp>
      <p:sp>
        <p:nvSpPr>
          <p:cNvPr id="1261" name="">
            <a:extLst xmlns:a="http://schemas.openxmlformats.org/drawingml/2006/main">
              <a:ext uri="{FF2B5EF4-FFF2-40B4-BE49-F238E27FC236}">
                <a16:creationId xmlns:a16="http://schemas.microsoft.com/office/drawing/2014/main" id="{F9D8470F-A688-4934-95C5-8AE2E3A8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4010025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   int sum = 0;</a:t>
            </a:r>
            <a:endParaRPr/>
          </a:p>
        </p:txBody>
      </p:sp>
      <p:sp>
        <p:nvSpPr>
          <p:cNvPr id="1262" name="">
            <a:extLst xmlns:a="http://schemas.openxmlformats.org/drawingml/2006/main">
              <a:ext uri="{FF2B5EF4-FFF2-40B4-BE49-F238E27FC236}">
                <a16:creationId xmlns:a16="http://schemas.microsoft.com/office/drawing/2014/main" id="{78D1877F-17FC-4F7D-9B63-4776012C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436245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   for (int i = 0; i &lt; x.length; i++) sum += x[i];</a:t>
            </a:r>
            <a:endParaRPr/>
          </a:p>
        </p:txBody>
      </p:sp>
      <p:sp>
        <p:nvSpPr>
          <p:cNvPr id="1263" name="">
            <a:extLst xmlns:a="http://schemas.openxmlformats.org/drawingml/2006/main">
              <a:ext uri="{FF2B5EF4-FFF2-40B4-BE49-F238E27FC236}">
                <a16:creationId xmlns:a16="http://schemas.microsoft.com/office/drawing/2014/main" id="{0F995FFC-480D-44C2-B7E9-5C8F5C85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4714875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    return sum;</a:t>
            </a:r>
            <a:endParaRPr/>
          </a:p>
        </p:txBody>
      </p:sp>
      <p:sp>
        <p:nvSpPr>
          <p:cNvPr id="1264" name="">
            <a:extLst xmlns:a="http://schemas.openxmlformats.org/drawingml/2006/main">
              <a:ext uri="{FF2B5EF4-FFF2-40B4-BE49-F238E27FC236}">
                <a16:creationId xmlns:a16="http://schemas.microsoft.com/office/drawing/2014/main" id="{5D29D76B-6A5D-4CDC-8CE8-E6EDC905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5067300"/>
            <a:ext cx="721042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/>
                <a:ea typeface="Consolas"/>
                <a:cs typeface="Consolas"/>
              </a:rPr>
              <a:t>}</a:t>
            </a:r>
            <a:endParaRPr/>
          </a:p>
        </p:txBody>
      </p:sp>
      <p:sp>
        <p:nvSpPr>
          <p:cNvPr id="1265" name="">
            <a:extLst xmlns:a="http://schemas.openxmlformats.org/drawingml/2006/main">
              <a:ext uri="{FF2B5EF4-FFF2-40B4-BE49-F238E27FC236}">
                <a16:creationId xmlns:a16="http://schemas.microsoft.com/office/drawing/2014/main" id="{992BF490-508A-486A-BB15-820CE7E5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52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3930978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7" name="">
            <a:extLst xmlns:a="http://schemas.openxmlformats.org/drawingml/2006/main">
              <a:ext uri="{FF2B5EF4-FFF2-40B4-BE49-F238E27FC236}">
                <a16:creationId xmlns:a16="http://schemas.microsoft.com/office/drawing/2014/main" id="{44A9BC36-ABF6-4658-B940-B457C75B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68" name="">
            <a:extLst xmlns:a="http://schemas.openxmlformats.org/drawingml/2006/main">
              <a:ext uri="{FF2B5EF4-FFF2-40B4-BE49-F238E27FC236}">
                <a16:creationId xmlns:a16="http://schemas.microsoft.com/office/drawing/2014/main" id="{85F03F7E-8B6F-4FBB-8696-CBAC71F2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69" name="">
            <a:extLst xmlns:a="http://schemas.openxmlformats.org/drawingml/2006/main">
              <a:ext uri="{FF2B5EF4-FFF2-40B4-BE49-F238E27FC236}">
                <a16:creationId xmlns:a16="http://schemas.microsoft.com/office/drawing/2014/main" id="{B5547277-75A9-44F0-9267-7C000DC6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270" name="">
            <a:extLst xmlns:a="http://schemas.openxmlformats.org/drawingml/2006/main">
              <a:ext uri="{FF2B5EF4-FFF2-40B4-BE49-F238E27FC236}">
                <a16:creationId xmlns:a16="http://schemas.microsoft.com/office/drawing/2014/main" id="{CD2F58F4-F94A-406C-BC38-F38657C1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§4.6</a:t>
            </a:r>
            <a:endParaRPr/>
          </a:p>
        </p:txBody>
      </p:sp>
      <p:sp>
        <p:nvSpPr>
          <p:cNvPr id="1271" name="">
            <a:extLst xmlns:a="http://schemas.openxmlformats.org/drawingml/2006/main">
              <a:ext uri="{FF2B5EF4-FFF2-40B4-BE49-F238E27FC236}">
                <a16:creationId xmlns:a16="http://schemas.microsoft.com/office/drawing/2014/main" id="{747801E9-A53A-49A6-B4BC-C92DA9EC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对象的组合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combination of objects</a:t>
            </a:r>
          </a:p>
        </p:txBody>
      </p:sp>
      <p:sp>
        <p:nvSpPr>
          <p:cNvPr id="1272" name="">
            <a:extLst xmlns:a="http://schemas.openxmlformats.org/drawingml/2006/main">
              <a:ext uri="{FF2B5EF4-FFF2-40B4-BE49-F238E27FC236}">
                <a16:creationId xmlns:a16="http://schemas.microsoft.com/office/drawing/2014/main" id="{5B59B69A-DC75-4E7A-8973-F7A456A9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73" name="">
            <a:extLst xmlns:a="http://schemas.openxmlformats.org/drawingml/2006/main">
              <a:ext uri="{FF2B5EF4-FFF2-40B4-BE49-F238E27FC236}">
                <a16:creationId xmlns:a16="http://schemas.microsoft.com/office/drawing/2014/main" id="{A717D623-ABD2-4FE2-ADA1-A02913F9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520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一个类可以把对象作为自己的成员变量，从而该对象由其他对象组合而成。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 class can use objects as its own member variables, so that the object is composed of other objects.</a:t>
            </a:r>
          </a:p>
        </p:txBody>
      </p:sp>
      <p:sp>
        <p:nvSpPr>
          <p:cNvPr id="1274" name="">
            <a:extLst xmlns:a="http://schemas.openxmlformats.org/drawingml/2006/main">
              <a:ext uri="{FF2B5EF4-FFF2-40B4-BE49-F238E27FC236}">
                <a16:creationId xmlns:a16="http://schemas.microsoft.com/office/drawing/2014/main" id="{EBC43518-9B2E-4DA5-B5E2-EC7C264E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75" name="">
            <a:extLst xmlns:a="http://schemas.openxmlformats.org/drawingml/2006/main">
              <a:ext uri="{FF2B5EF4-FFF2-40B4-BE49-F238E27FC236}">
                <a16:creationId xmlns:a16="http://schemas.microsoft.com/office/drawing/2014/main" id="{4390C658-6694-40D2-8126-09A6590C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对象 a 组合对象 b，则 a 可委托 b 调用其方法（复用 b 的方法）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Object a combines object b, then a can delegate b to call its method (reuse b's method)</a:t>
            </a:r>
          </a:p>
        </p:txBody>
      </p:sp>
      <p:sp>
        <p:nvSpPr>
          <p:cNvPr id="1276" name="">
            <a:extLst xmlns:a="http://schemas.openxmlformats.org/drawingml/2006/main">
              <a:ext uri="{FF2B5EF4-FFF2-40B4-BE49-F238E27FC236}">
                <a16:creationId xmlns:a16="http://schemas.microsoft.com/office/drawing/2014/main" id="{B8D484B1-DA8B-4BD0-8418-229019CD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77" name="">
            <a:extLst xmlns:a="http://schemas.openxmlformats.org/drawingml/2006/main">
              <a:ext uri="{FF2B5EF4-FFF2-40B4-BE49-F238E27FC236}">
                <a16:creationId xmlns:a16="http://schemas.microsoft.com/office/drawing/2014/main" id="{6560BE42-3F75-46CD-B933-1C3B78C1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045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“黑盒”复用：当前对象对所含对象的方法细节一无所知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"Black box" reuse: the current object knows nothing about the method details of the contained object</a:t>
            </a:r>
          </a:p>
        </p:txBody>
      </p:sp>
      <p:sp>
        <p:nvSpPr>
          <p:cNvPr id="1278" name="">
            <a:extLst xmlns:a="http://schemas.openxmlformats.org/drawingml/2006/main">
              <a:ext uri="{FF2B5EF4-FFF2-40B4-BE49-F238E27FC236}">
                <a16:creationId xmlns:a16="http://schemas.microsoft.com/office/drawing/2014/main" id="{F141DD50-32CE-4179-93F9-08173CA0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79" name="">
            <a:extLst xmlns:a="http://schemas.openxmlformats.org/drawingml/2006/main">
              <a:ext uri="{FF2B5EF4-FFF2-40B4-BE49-F238E27FC236}">
                <a16:creationId xmlns:a16="http://schemas.microsoft.com/office/drawing/2014/main" id="{D7AA14AF-923B-42D2-A3EC-2D69ADDB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542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对象与所含对象属于弱耦合关系，可随时更换所含对象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object and the contained objects are weakly coupled, and the contained objects can be replaced at any time.</a:t>
            </a:r>
          </a:p>
        </p:txBody>
      </p:sp>
      <p:sp>
        <p:nvSpPr>
          <p:cNvPr id="1280" name="">
            <a:extLst xmlns:a="http://schemas.openxmlformats.org/drawingml/2006/main">
              <a:ext uri="{FF2B5EF4-FFF2-40B4-BE49-F238E27FC236}">
                <a16:creationId xmlns:a16="http://schemas.microsoft.com/office/drawing/2014/main" id="{B51A8C85-1C88-433D-9A21-54004706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53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6067125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2" name="">
            <a:extLst xmlns:a="http://schemas.openxmlformats.org/drawingml/2006/main">
              <a:ext uri="{FF2B5EF4-FFF2-40B4-BE49-F238E27FC236}">
                <a16:creationId xmlns:a16="http://schemas.microsoft.com/office/drawing/2014/main" id="{51DBB9E7-4D6E-4E4D-B614-1F9958FB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83" name="">
            <a:extLst xmlns:a="http://schemas.openxmlformats.org/drawingml/2006/main">
              <a:ext uri="{FF2B5EF4-FFF2-40B4-BE49-F238E27FC236}">
                <a16:creationId xmlns:a16="http://schemas.microsoft.com/office/drawing/2014/main" id="{183D429A-5677-4293-BC9B-BEC9FD48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84" name="">
            <a:extLst xmlns:a="http://schemas.openxmlformats.org/drawingml/2006/main">
              <a:ext uri="{FF2B5EF4-FFF2-40B4-BE49-F238E27FC236}">
                <a16:creationId xmlns:a16="http://schemas.microsoft.com/office/drawing/2014/main" id="{614BF9DF-B1C2-418C-BC62-29D0C41D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285" name="">
            <a:extLst xmlns:a="http://schemas.openxmlformats.org/drawingml/2006/main">
              <a:ext uri="{FF2B5EF4-FFF2-40B4-BE49-F238E27FC236}">
                <a16:creationId xmlns:a16="http://schemas.microsoft.com/office/drawing/2014/main" id="{3813B9A3-29A4-46D8-BF75-4048FC83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§4.6 例题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§4.6 Example questions</a:t>
            </a:r>
          </a:p>
        </p:txBody>
      </p:sp>
      <p:sp>
        <p:nvSpPr>
          <p:cNvPr id="1286" name="">
            <a:extLst xmlns:a="http://schemas.openxmlformats.org/drawingml/2006/main">
              <a:ext uri="{FF2B5EF4-FFF2-40B4-BE49-F238E27FC236}">
                <a16:creationId xmlns:a16="http://schemas.microsoft.com/office/drawing/2014/main" id="{2F2DD278-5083-4774-B33A-017D8E74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596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例子8：圆锥与圆组合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8: Combination of cone and circle</a:t>
            </a:r>
          </a:p>
        </p:txBody>
      </p:sp>
      <p:sp>
        <p:nvSpPr>
          <p:cNvPr id="1287" name="">
            <a:extLst xmlns:a="http://schemas.openxmlformats.org/drawingml/2006/main">
              <a:ext uri="{FF2B5EF4-FFF2-40B4-BE49-F238E27FC236}">
                <a16:creationId xmlns:a16="http://schemas.microsoft.com/office/drawing/2014/main" id="{0F058313-E47B-4EC5-A9A1-240C9FC3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88" name="">
            <a:extLst xmlns:a="http://schemas.openxmlformats.org/drawingml/2006/main">
              <a:ext uri="{FF2B5EF4-FFF2-40B4-BE49-F238E27FC236}">
                <a16:creationId xmlns:a16="http://schemas.microsoft.com/office/drawing/2014/main" id="{3ACFC35A-BCB1-4441-A2B9-A0CBDBA3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653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圆锥对象组合一个 Circle 对象 bottom 作底，计算体积时委托 bottom 调用 getArea() 求底面积。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cone object is combined with a Circle object bottom as the base. When calculating the volume, bottom is entrusted to call getArea() to find the bottom area.</a:t>
            </a:r>
          </a:p>
        </p:txBody>
      </p:sp>
      <p:sp>
        <p:nvSpPr>
          <p:cNvPr id="1289" name="">
            <a:extLst xmlns:a="http://schemas.openxmlformats.org/drawingml/2006/main">
              <a:ext uri="{FF2B5EF4-FFF2-40B4-BE49-F238E27FC236}">
                <a16:creationId xmlns:a16="http://schemas.microsoft.com/office/drawing/2014/main" id="{8CB3AABB-A029-4A3E-A76A-D8CEAD37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90" name="">
            <a:extLst xmlns:a="http://schemas.openxmlformats.org/drawingml/2006/main">
              <a:ext uri="{FF2B5EF4-FFF2-40B4-BE49-F238E27FC236}">
                <a16:creationId xmlns:a16="http://schemas.microsoft.com/office/drawing/2014/main" id="{25451235-87DE-4719-8EAE-018FFBB7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圆锥有一个圆形的底（Circle 对象）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 cone has a circular base (Circle object)</a:t>
            </a:r>
          </a:p>
        </p:txBody>
      </p:sp>
      <p:sp>
        <p:nvSpPr>
          <p:cNvPr id="1291" name="">
            <a:extLst xmlns:a="http://schemas.openxmlformats.org/drawingml/2006/main">
              <a:ext uri="{FF2B5EF4-FFF2-40B4-BE49-F238E27FC236}">
                <a16:creationId xmlns:a16="http://schemas.microsoft.com/office/drawing/2014/main" id="{61684578-4CB0-406D-A47D-28F2A657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92" name="">
            <a:extLst xmlns:a="http://schemas.openxmlformats.org/drawingml/2006/main">
              <a:ext uri="{FF2B5EF4-FFF2-40B4-BE49-F238E27FC236}">
                <a16:creationId xmlns:a16="http://schemas.microsoft.com/office/drawing/2014/main" id="{7AF2ACDE-B182-4296-B0B8-269C19BC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472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圆锥对象委托所含 Circle 对象调用 getArea()，对其算法细节不知情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Circle object contained in the Cone object delegate calls getArea() without knowing the details of its algorithm</a:t>
            </a:r>
          </a:p>
        </p:txBody>
      </p:sp>
      <p:sp>
        <p:nvSpPr>
          <p:cNvPr id="1293" name="">
            <a:extLst xmlns:a="http://schemas.openxmlformats.org/drawingml/2006/main">
              <a:ext uri="{FF2B5EF4-FFF2-40B4-BE49-F238E27FC236}">
                <a16:creationId xmlns:a16="http://schemas.microsoft.com/office/drawing/2014/main" id="{E63E8D7D-40A5-4771-ADD6-ED80252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94" name="">
            <a:extLst xmlns:a="http://schemas.openxmlformats.org/drawingml/2006/main">
              <a:ext uri="{FF2B5EF4-FFF2-40B4-BE49-F238E27FC236}">
                <a16:creationId xmlns:a16="http://schemas.microsoft.com/office/drawing/2014/main" id="{4D469AE9-6B69-476F-AB45-17851399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涉及类：Circle.java、Circular.java、Example4_8.java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Involved classes: Circle.java, Circular.java, Example4_8.java</a:t>
            </a:r>
          </a:p>
        </p:txBody>
      </p:sp>
      <p:sp>
        <p:nvSpPr>
          <p:cNvPr id="1295" name="">
            <a:extLst xmlns:a="http://schemas.openxmlformats.org/drawingml/2006/main">
              <a:ext uri="{FF2B5EF4-FFF2-40B4-BE49-F238E27FC236}">
                <a16:creationId xmlns:a16="http://schemas.microsoft.com/office/drawing/2014/main" id="{9A90BCA4-268D-4382-9B50-DCDA11C0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54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3190103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7" name="">
            <a:extLst xmlns:a="http://schemas.openxmlformats.org/drawingml/2006/main">
              <a:ext uri="{FF2B5EF4-FFF2-40B4-BE49-F238E27FC236}">
                <a16:creationId xmlns:a16="http://schemas.microsoft.com/office/drawing/2014/main" id="{44E63ABB-ECA6-44C8-993E-006A5401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98" name="">
            <a:extLst xmlns:a="http://schemas.openxmlformats.org/drawingml/2006/main">
              <a:ext uri="{FF2B5EF4-FFF2-40B4-BE49-F238E27FC236}">
                <a16:creationId xmlns:a16="http://schemas.microsoft.com/office/drawing/2014/main" id="{2F3E7317-1A44-48DB-A7E3-922C3B3E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99" name="">
            <a:extLst xmlns:a="http://schemas.openxmlformats.org/drawingml/2006/main">
              <a:ext uri="{FF2B5EF4-FFF2-40B4-BE49-F238E27FC236}">
                <a16:creationId xmlns:a16="http://schemas.microsoft.com/office/drawing/2014/main" id="{88279E91-CF77-4C84-8F01-D8D4A2D5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300" name="">
            <a:extLst xmlns:a="http://schemas.openxmlformats.org/drawingml/2006/main">
              <a:ext uri="{FF2B5EF4-FFF2-40B4-BE49-F238E27FC236}">
                <a16:creationId xmlns:a16="http://schemas.microsoft.com/office/drawing/2014/main" id="{83343913-B853-4356-BADD-0419944E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例子8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8</a:t>
            </a:r>
          </a:p>
        </p:txBody>
      </p:sp>
      <p:sp>
        <p:nvSpPr>
          <p:cNvPr id="1301" name="">
            <a:extLst xmlns:a="http://schemas.openxmlformats.org/drawingml/2006/main">
              <a:ext uri="{FF2B5EF4-FFF2-40B4-BE49-F238E27FC236}">
                <a16:creationId xmlns:a16="http://schemas.microsoft.com/office/drawing/2014/main" id="{9C863A9B-38AB-4D42-973A-2295FA9B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Circle 类：圆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Circle class: circle</a:t>
            </a:r>
          </a:p>
        </p:txBody>
      </p:sp>
      <p:sp>
        <p:nvSpPr>
          <p:cNvPr id="1302" name="">
            <a:extLst xmlns:a="http://schemas.openxmlformats.org/drawingml/2006/main">
              <a:ext uri="{FF2B5EF4-FFF2-40B4-BE49-F238E27FC236}">
                <a16:creationId xmlns:a16="http://schemas.microsoft.com/office/drawing/2014/main" id="{58BFA493-C187-487B-BAFA-DF6B38E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03" name="">
            <a:extLst xmlns:a="http://schemas.openxmlformats.org/drawingml/2006/main">
              <a:ext uri="{FF2B5EF4-FFF2-40B4-BE49-F238E27FC236}">
                <a16:creationId xmlns:a16="http://schemas.microsoft.com/office/drawing/2014/main" id="{720E706F-EBC9-42B0-B3D5-42D7F13F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Circle.java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Circle.java auxiliary class code</a:t>
            </a:r>
          </a:p>
        </p:txBody>
      </p:sp>
      <p:pic>
        <p:nvPicPr>
          <p:cNvPr id="1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67d8d53874638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10250" y="1600200"/>
            <a:ext cx="425767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305" name="">
            <a:extLst xmlns:a="http://schemas.openxmlformats.org/drawingml/2006/main">
              <a:ext uri="{FF2B5EF4-FFF2-40B4-BE49-F238E27FC236}">
                <a16:creationId xmlns:a16="http://schemas.microsoft.com/office/drawing/2014/main" id="{2D023603-CE30-43E3-BBFA-690C41A6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55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7446741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7" name="">
            <a:extLst xmlns:a="http://schemas.openxmlformats.org/drawingml/2006/main">
              <a:ext uri="{FF2B5EF4-FFF2-40B4-BE49-F238E27FC236}">
                <a16:creationId xmlns:a16="http://schemas.microsoft.com/office/drawing/2014/main" id="{58559B88-8409-495D-B98E-CD26A28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08" name="">
            <a:extLst xmlns:a="http://schemas.openxmlformats.org/drawingml/2006/main">
              <a:ext uri="{FF2B5EF4-FFF2-40B4-BE49-F238E27FC236}">
                <a16:creationId xmlns:a16="http://schemas.microsoft.com/office/drawing/2014/main" id="{0B7049BB-745C-4E66-B506-AFE3FDA7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09" name="">
            <a:extLst xmlns:a="http://schemas.openxmlformats.org/drawingml/2006/main">
              <a:ext uri="{FF2B5EF4-FFF2-40B4-BE49-F238E27FC236}">
                <a16:creationId xmlns:a16="http://schemas.microsoft.com/office/drawing/2014/main" id="{21301A35-7441-413A-BDAD-1A4C7F8F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310" name="">
            <a:extLst xmlns:a="http://schemas.openxmlformats.org/drawingml/2006/main">
              <a:ext uri="{FF2B5EF4-FFF2-40B4-BE49-F238E27FC236}">
                <a16:creationId xmlns:a16="http://schemas.microsoft.com/office/drawing/2014/main" id="{8123E30B-DA4D-40EA-8E45-28C977A4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例子8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8</a:t>
            </a:r>
          </a:p>
        </p:txBody>
      </p:sp>
      <p:sp>
        <p:nvSpPr>
          <p:cNvPr id="1311" name="">
            <a:extLst xmlns:a="http://schemas.openxmlformats.org/drawingml/2006/main">
              <a:ext uri="{FF2B5EF4-FFF2-40B4-BE49-F238E27FC236}">
                <a16:creationId xmlns:a16="http://schemas.microsoft.com/office/drawing/2014/main" id="{4A4F9E72-593C-4D4F-91C8-F31ABFB1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53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Circular 类：圆锥（1/2）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Circular class: Cone (1/2)</a:t>
            </a:r>
          </a:p>
        </p:txBody>
      </p:sp>
      <p:sp>
        <p:nvSpPr>
          <p:cNvPr id="1312" name="">
            <a:extLst xmlns:a="http://schemas.openxmlformats.org/drawingml/2006/main">
              <a:ext uri="{FF2B5EF4-FFF2-40B4-BE49-F238E27FC236}">
                <a16:creationId xmlns:a16="http://schemas.microsoft.com/office/drawing/2014/main" id="{4D0E8D63-2C31-4185-847E-9711775C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13" name="">
            <a:extLst xmlns:a="http://schemas.openxmlformats.org/drawingml/2006/main">
              <a:ext uri="{FF2B5EF4-FFF2-40B4-BE49-F238E27FC236}">
                <a16:creationId xmlns:a16="http://schemas.microsoft.com/office/drawing/2014/main" id="{ABEF7C2A-0E37-41ED-8EB9-ED82E552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Circular.java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Circular.java auxiliary class code</a:t>
            </a:r>
          </a:p>
        </p:txBody>
      </p:sp>
      <p:pic>
        <p:nvPicPr>
          <p:cNvPr id="13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1cbe1d14441e4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10050" y="1600200"/>
            <a:ext cx="745807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315" name="">
            <a:extLst xmlns:a="http://schemas.openxmlformats.org/drawingml/2006/main">
              <a:ext uri="{FF2B5EF4-FFF2-40B4-BE49-F238E27FC236}">
                <a16:creationId xmlns:a16="http://schemas.microsoft.com/office/drawing/2014/main" id="{8BAC88BE-F871-4D96-AF26-3D3B48BB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56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3072765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7" name="">
            <a:extLst xmlns:a="http://schemas.openxmlformats.org/drawingml/2006/main">
              <a:ext uri="{FF2B5EF4-FFF2-40B4-BE49-F238E27FC236}">
                <a16:creationId xmlns:a16="http://schemas.microsoft.com/office/drawing/2014/main" id="{1DAF2E91-B33D-464A-B170-D75996C3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18" name="">
            <a:extLst xmlns:a="http://schemas.openxmlformats.org/drawingml/2006/main">
              <a:ext uri="{FF2B5EF4-FFF2-40B4-BE49-F238E27FC236}">
                <a16:creationId xmlns:a16="http://schemas.microsoft.com/office/drawing/2014/main" id="{632548BE-CC78-4E90-86D3-A70A203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19" name="">
            <a:extLst xmlns:a="http://schemas.openxmlformats.org/drawingml/2006/main">
              <a:ext uri="{FF2B5EF4-FFF2-40B4-BE49-F238E27FC236}">
                <a16:creationId xmlns:a16="http://schemas.microsoft.com/office/drawing/2014/main" id="{EFB619BF-5DE8-4494-BA09-64828BE2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320" name="">
            <a:extLst xmlns:a="http://schemas.openxmlformats.org/drawingml/2006/main">
              <a:ext uri="{FF2B5EF4-FFF2-40B4-BE49-F238E27FC236}">
                <a16:creationId xmlns:a16="http://schemas.microsoft.com/office/drawing/2014/main" id="{C1015B62-C6A2-4D67-B243-CFB4503C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例子8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8</a:t>
            </a:r>
          </a:p>
        </p:txBody>
      </p:sp>
      <p:sp>
        <p:nvSpPr>
          <p:cNvPr id="1321" name="">
            <a:extLst xmlns:a="http://schemas.openxmlformats.org/drawingml/2006/main">
              <a:ext uri="{FF2B5EF4-FFF2-40B4-BE49-F238E27FC236}">
                <a16:creationId xmlns:a16="http://schemas.microsoft.com/office/drawing/2014/main" id="{F181B3E5-3458-41D9-A1DE-3092DDD7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53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Circular 类：圆锥（2/2）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Circular Class: Cone (2/2)</a:t>
            </a:r>
          </a:p>
        </p:txBody>
      </p:sp>
      <p:sp>
        <p:nvSpPr>
          <p:cNvPr id="1322" name="">
            <a:extLst xmlns:a="http://schemas.openxmlformats.org/drawingml/2006/main">
              <a:ext uri="{FF2B5EF4-FFF2-40B4-BE49-F238E27FC236}">
                <a16:creationId xmlns:a16="http://schemas.microsoft.com/office/drawing/2014/main" id="{FCE689D7-AD2B-4B73-BAD7-DA87C85E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23" name="">
            <a:extLst xmlns:a="http://schemas.openxmlformats.org/drawingml/2006/main">
              <a:ext uri="{FF2B5EF4-FFF2-40B4-BE49-F238E27FC236}">
                <a16:creationId xmlns:a16="http://schemas.microsoft.com/office/drawing/2014/main" id="{8375776E-D9C4-41AF-BDE4-67F5A7EE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Circular.java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Circular.java auxiliary class code</a:t>
            </a:r>
          </a:p>
        </p:txBody>
      </p:sp>
      <p:pic>
        <p:nvPicPr>
          <p:cNvPr id="1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6fd9bf1004d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33975" y="1600200"/>
            <a:ext cx="561022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325" name="">
            <a:extLst xmlns:a="http://schemas.openxmlformats.org/drawingml/2006/main">
              <a:ext uri="{FF2B5EF4-FFF2-40B4-BE49-F238E27FC236}">
                <a16:creationId xmlns:a16="http://schemas.microsoft.com/office/drawing/2014/main" id="{D69E8DB8-4384-464B-A990-F854C864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57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14103942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7" name="">
            <a:extLst xmlns:a="http://schemas.openxmlformats.org/drawingml/2006/main">
              <a:ext uri="{FF2B5EF4-FFF2-40B4-BE49-F238E27FC236}">
                <a16:creationId xmlns:a16="http://schemas.microsoft.com/office/drawing/2014/main" id="{1A94CA55-EB34-4B37-8B39-E784B57C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28" name="">
            <a:extLst xmlns:a="http://schemas.openxmlformats.org/drawingml/2006/main">
              <a:ext uri="{FF2B5EF4-FFF2-40B4-BE49-F238E27FC236}">
                <a16:creationId xmlns:a16="http://schemas.microsoft.com/office/drawing/2014/main" id="{055E1AC7-8874-4EB4-8FBA-E59381D8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29" name="">
            <a:extLst xmlns:a="http://schemas.openxmlformats.org/drawingml/2006/main">
              <a:ext uri="{FF2B5EF4-FFF2-40B4-BE49-F238E27FC236}">
                <a16:creationId xmlns:a16="http://schemas.microsoft.com/office/drawing/2014/main" id="{EF5E39F7-248F-4A5E-A580-48FE9FD9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330" name="">
            <a:extLst xmlns:a="http://schemas.openxmlformats.org/drawingml/2006/main">
              <a:ext uri="{FF2B5EF4-FFF2-40B4-BE49-F238E27FC236}">
                <a16:creationId xmlns:a16="http://schemas.microsoft.com/office/drawing/2014/main" id="{030F8813-0CDD-4F8F-B278-DE9CE66E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例子8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8</a:t>
            </a:r>
          </a:p>
        </p:txBody>
      </p:sp>
      <p:sp>
        <p:nvSpPr>
          <p:cNvPr id="1331" name="">
            <a:extLst xmlns:a="http://schemas.openxmlformats.org/drawingml/2006/main">
              <a:ext uri="{FF2B5EF4-FFF2-40B4-BE49-F238E27FC236}">
                <a16:creationId xmlns:a16="http://schemas.microsoft.com/office/drawing/2014/main" id="{2BC28C81-CE72-436D-8401-4C7C49D0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圆锥与圆组合示例（一） （1/2）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of combination of cone and circle (1) (1/2)</a:t>
            </a:r>
          </a:p>
        </p:txBody>
      </p:sp>
      <p:sp>
        <p:nvSpPr>
          <p:cNvPr id="1332" name="">
            <a:extLst xmlns:a="http://schemas.openxmlformats.org/drawingml/2006/main">
              <a:ext uri="{FF2B5EF4-FFF2-40B4-BE49-F238E27FC236}">
                <a16:creationId xmlns:a16="http://schemas.microsoft.com/office/drawing/2014/main" id="{6CFCE0AB-2B68-40FF-9557-B59E86A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33" name="">
            <a:extLst xmlns:a="http://schemas.openxmlformats.org/drawingml/2006/main">
              <a:ext uri="{FF2B5EF4-FFF2-40B4-BE49-F238E27FC236}">
                <a16:creationId xmlns:a16="http://schemas.microsoft.com/office/drawing/2014/main" id="{851FFD2F-B720-4FC4-8CC0-75389945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Circle 类与 Circular 类，演示对象的组合复用。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Circle class and Circular class demonstrate the combination and reuse of objects.</a:t>
            </a:r>
          </a:p>
        </p:txBody>
      </p:sp>
      <p:pic>
        <p:nvPicPr>
          <p:cNvPr id="13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54269ec8f4112"/>
          <a:srcRect xmlns:a="http://schemas.openxmlformats.org/drawingml/2006/main" l="17" t="0" r="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009775"/>
            <a:ext cx="7591425" cy="3286125"/>
          </a:xfrm>
          <a:prstGeom xmlns:a="http://schemas.openxmlformats.org/drawingml/2006/main" prst="roundRect">
            <a:avLst>
              <a:gd name="adj" fmla="val 34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335" name="">
            <a:extLst xmlns:a="http://schemas.openxmlformats.org/drawingml/2006/main">
              <a:ext uri="{FF2B5EF4-FFF2-40B4-BE49-F238E27FC236}">
                <a16:creationId xmlns:a16="http://schemas.microsoft.com/office/drawing/2014/main" id="{5BC394D0-D193-4764-B8C4-B7880272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58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1235614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7" name="">
            <a:extLst xmlns:a="http://schemas.openxmlformats.org/drawingml/2006/main">
              <a:ext uri="{FF2B5EF4-FFF2-40B4-BE49-F238E27FC236}">
                <a16:creationId xmlns:a16="http://schemas.microsoft.com/office/drawing/2014/main" id="{1B6F1F1B-01FB-43D0-933D-12BB0EEF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38" name="">
            <a:extLst xmlns:a="http://schemas.openxmlformats.org/drawingml/2006/main">
              <a:ext uri="{FF2B5EF4-FFF2-40B4-BE49-F238E27FC236}">
                <a16:creationId xmlns:a16="http://schemas.microsoft.com/office/drawing/2014/main" id="{AD67822A-CF01-4F61-8557-F79993F6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39" name="">
            <a:extLst xmlns:a="http://schemas.openxmlformats.org/drawingml/2006/main">
              <a:ext uri="{FF2B5EF4-FFF2-40B4-BE49-F238E27FC236}">
                <a16:creationId xmlns:a16="http://schemas.microsoft.com/office/drawing/2014/main" id="{968FE496-FB01-4DE0-A56F-1433FB90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340" name="">
            <a:extLst xmlns:a="http://schemas.openxmlformats.org/drawingml/2006/main">
              <a:ext uri="{FF2B5EF4-FFF2-40B4-BE49-F238E27FC236}">
                <a16:creationId xmlns:a16="http://schemas.microsoft.com/office/drawing/2014/main" id="{864D28C6-B9BA-4B2D-883D-E216CDA3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例子8（续）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8 (continued)</a:t>
            </a:r>
          </a:p>
        </p:txBody>
      </p:sp>
      <p:sp>
        <p:nvSpPr>
          <p:cNvPr id="1341" name="">
            <a:extLst xmlns:a="http://schemas.openxmlformats.org/drawingml/2006/main">
              <a:ext uri="{FF2B5EF4-FFF2-40B4-BE49-F238E27FC236}">
                <a16:creationId xmlns:a16="http://schemas.microsoft.com/office/drawing/2014/main" id="{4B8C5140-EE53-4FC0-A7B6-7CE34204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圆锥与圆组合示例（一） （2/2）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of combination of cone and circle (1) (2/2)</a:t>
            </a:r>
          </a:p>
        </p:txBody>
      </p:sp>
      <p:sp>
        <p:nvSpPr>
          <p:cNvPr id="1342" name="">
            <a:extLst xmlns:a="http://schemas.openxmlformats.org/drawingml/2006/main">
              <a:ext uri="{FF2B5EF4-FFF2-40B4-BE49-F238E27FC236}">
                <a16:creationId xmlns:a16="http://schemas.microsoft.com/office/drawing/2014/main" id="{2AD4FEEE-C49B-444A-B6ED-B33CB2FF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43" name="">
            <a:extLst xmlns:a="http://schemas.openxmlformats.org/drawingml/2006/main">
              <a:ext uri="{FF2B5EF4-FFF2-40B4-BE49-F238E27FC236}">
                <a16:creationId xmlns:a16="http://schemas.microsoft.com/office/drawing/2014/main" id="{B0A9AD3B-E1DC-4F4C-8A3F-A97D45A5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2 页代码卡（共 2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2 Code Cards (2 pages total)</a:t>
            </a:r>
          </a:p>
        </p:txBody>
      </p:sp>
      <p:pic>
        <p:nvPicPr>
          <p:cNvPr id="13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9c3426f5d4eb9"/>
          <a:srcRect xmlns:a="http://schemas.openxmlformats.org/drawingml/2006/main" l="17" t="0" r="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009775"/>
            <a:ext cx="7591425" cy="3286125"/>
          </a:xfrm>
          <a:prstGeom xmlns:a="http://schemas.openxmlformats.org/drawingml/2006/main" prst="roundRect">
            <a:avLst>
              <a:gd name="adj" fmla="val 34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345" name="">
            <a:extLst xmlns:a="http://schemas.openxmlformats.org/drawingml/2006/main">
              <a:ext uri="{FF2B5EF4-FFF2-40B4-BE49-F238E27FC236}">
                <a16:creationId xmlns:a16="http://schemas.microsoft.com/office/drawing/2014/main" id="{5D8F5EA9-25D9-4679-A24B-C6CB4EF0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59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5940938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5" name="">
            <a:extLst xmlns:a="http://schemas.openxmlformats.org/drawingml/2006/main">
              <a:ext uri="{FF2B5EF4-FFF2-40B4-BE49-F238E27FC236}">
                <a16:creationId xmlns:a16="http://schemas.microsoft.com/office/drawing/2014/main" id="{03C2E93D-848D-47DA-9623-1A74D9D3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66" name="">
            <a:extLst xmlns:a="http://schemas.openxmlformats.org/drawingml/2006/main">
              <a:ext uri="{FF2B5EF4-FFF2-40B4-BE49-F238E27FC236}">
                <a16:creationId xmlns:a16="http://schemas.microsoft.com/office/drawing/2014/main" id="{958D257C-C37C-4BA2-947B-C8541E47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67" name="">
            <a:extLst xmlns:a="http://schemas.openxmlformats.org/drawingml/2006/main">
              <a:ext uri="{FF2B5EF4-FFF2-40B4-BE49-F238E27FC236}">
                <a16:creationId xmlns:a16="http://schemas.microsoft.com/office/drawing/2014/main" id="{E863CD9B-91F7-4EBE-9681-D1DB75D0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368" name="">
            <a:extLst xmlns:a="http://schemas.openxmlformats.org/drawingml/2006/main">
              <a:ext uri="{FF2B5EF4-FFF2-40B4-BE49-F238E27FC236}">
                <a16:creationId xmlns:a16="http://schemas.microsoft.com/office/drawing/2014/main" id="{6FF05196-5E3F-4C66-AA2D-9341236C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§4.6 运行效果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§4.6 Operation effect</a:t>
            </a:r>
          </a:p>
        </p:txBody>
      </p:sp>
      <p:sp>
        <p:nvSpPr>
          <p:cNvPr id="1369" name="">
            <a:extLst xmlns:a="http://schemas.openxmlformats.org/drawingml/2006/main">
              <a:ext uri="{FF2B5EF4-FFF2-40B4-BE49-F238E27FC236}">
                <a16:creationId xmlns:a16="http://schemas.microsoft.com/office/drawing/2014/main" id="{B73AF735-9873-4EFC-97BA-3260E948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例子8 运行效果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8 Operation effect</a:t>
            </a:r>
          </a:p>
        </p:txBody>
      </p:sp>
      <p:sp>
        <p:nvSpPr>
          <p:cNvPr id="1370" name="">
            <a:extLst xmlns:a="http://schemas.openxmlformats.org/drawingml/2006/main">
              <a:ext uri="{FF2B5EF4-FFF2-40B4-BE49-F238E27FC236}">
                <a16:creationId xmlns:a16="http://schemas.microsoft.com/office/drawing/2014/main" id="{89BBD4AF-AC87-4CB7-A740-EDE8DD24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71" name="">
            <a:extLst xmlns:a="http://schemas.openxmlformats.org/drawingml/2006/main">
              <a:ext uri="{FF2B5EF4-FFF2-40B4-BE49-F238E27FC236}">
                <a16:creationId xmlns:a16="http://schemas.microsoft.com/office/drawing/2014/main" id="{B7832C86-DA0E-4937-A59A-F632D565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01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例子8 模拟圆锥用圆作为底，运行效果如图 4.15。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Example 8 simulates a cone using a circle as its base, and the running effect is as shown in Figure 4.15.</a:t>
            </a:r>
          </a:p>
        </p:txBody>
      </p:sp>
      <p:pic>
        <p:nvPicPr>
          <p:cNvPr id="13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35dd4db3e489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00650" y="1657350"/>
            <a:ext cx="5524500" cy="419100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  <p:sp>
        <p:nvSpPr>
          <p:cNvPr id="1373" name="">
            <a:extLst xmlns:a="http://schemas.openxmlformats.org/drawingml/2006/main">
              <a:ext uri="{FF2B5EF4-FFF2-40B4-BE49-F238E27FC236}">
                <a16:creationId xmlns:a16="http://schemas.microsoft.com/office/drawing/2014/main" id="{BA529859-B6F0-4A31-9F35-291B17C8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60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7352534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5" name="">
            <a:extLst xmlns:a="http://schemas.openxmlformats.org/drawingml/2006/main">
              <a:ext uri="{FF2B5EF4-FFF2-40B4-BE49-F238E27FC236}">
                <a16:creationId xmlns:a16="http://schemas.microsoft.com/office/drawing/2014/main" id="{B413E84A-FBE3-4C5A-B023-72160477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76" name="">
            <a:extLst xmlns:a="http://schemas.openxmlformats.org/drawingml/2006/main">
              <a:ext uri="{FF2B5EF4-FFF2-40B4-BE49-F238E27FC236}">
                <a16:creationId xmlns:a16="http://schemas.microsoft.com/office/drawing/2014/main" id="{97358CB8-1FF5-434A-B8C0-BC3275CC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77" name="">
            <a:extLst xmlns:a="http://schemas.openxmlformats.org/drawingml/2006/main">
              <a:ext uri="{FF2B5EF4-FFF2-40B4-BE49-F238E27FC236}">
                <a16:creationId xmlns:a16="http://schemas.microsoft.com/office/drawing/2014/main" id="{B7B8F455-5AC3-4A65-BCDE-FB8C0C64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378" name="">
            <a:extLst xmlns:a="http://schemas.openxmlformats.org/drawingml/2006/main">
              <a:ext uri="{FF2B5EF4-FFF2-40B4-BE49-F238E27FC236}">
                <a16:creationId xmlns:a16="http://schemas.microsoft.com/office/drawing/2014/main" id="{8C3C187E-E68C-4F05-B82A-F7289A0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§4.6.1</a:t>
            </a:r>
            <a:endParaRPr/>
          </a:p>
        </p:txBody>
      </p:sp>
      <p:sp>
        <p:nvSpPr>
          <p:cNvPr id="1379" name="">
            <a:extLst xmlns:a="http://schemas.openxmlformats.org/drawingml/2006/main">
              <a:ext uri="{FF2B5EF4-FFF2-40B4-BE49-F238E27FC236}">
                <a16:creationId xmlns:a16="http://schemas.microsoft.com/office/drawing/2014/main" id="{076DEA6F-630E-47AF-9EBD-8CF66D6C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组合与复用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Combination and reuse</a:t>
            </a:r>
          </a:p>
        </p:txBody>
      </p:sp>
      <p:sp>
        <p:nvSpPr>
          <p:cNvPr id="1380" name="">
            <a:extLst xmlns:a="http://schemas.openxmlformats.org/drawingml/2006/main">
              <a:ext uri="{FF2B5EF4-FFF2-40B4-BE49-F238E27FC236}">
                <a16:creationId xmlns:a16="http://schemas.microsoft.com/office/drawing/2014/main" id="{38271DC7-2878-4C57-B176-5293AB1E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81" name="">
            <a:extLst xmlns:a="http://schemas.openxmlformats.org/drawingml/2006/main">
              <a:ext uri="{FF2B5EF4-FFF2-40B4-BE49-F238E27FC236}">
                <a16:creationId xmlns:a16="http://schemas.microsoft.com/office/drawing/2014/main" id="{53B91A6B-7248-4F28-A6AA-1C9597B3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对象 a 组合对象 b，即可委托 b 调用其方法，以组合方式复用 b 的方法。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Object a combines object b, that is, delegates b to call its methods, and reuses b's methods in a combined manner.</a:t>
            </a:r>
          </a:p>
        </p:txBody>
      </p:sp>
      <p:sp>
        <p:nvSpPr>
          <p:cNvPr id="1382" name="">
            <a:extLst xmlns:a="http://schemas.openxmlformats.org/drawingml/2006/main">
              <a:ext uri="{FF2B5EF4-FFF2-40B4-BE49-F238E27FC236}">
                <a16:creationId xmlns:a16="http://schemas.microsoft.com/office/drawing/2014/main" id="{68496790-7F2C-4BF5-9D57-D67B7F89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83" name="">
            <a:extLst xmlns:a="http://schemas.openxmlformats.org/drawingml/2006/main">
              <a:ext uri="{FF2B5EF4-FFF2-40B4-BE49-F238E27FC236}">
                <a16:creationId xmlns:a16="http://schemas.microsoft.com/office/drawing/2014/main" id="{60E51950-12BD-479E-AE40-13F1E2D4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38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例子9 模拟手机与 SIM 卡的组合关系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Example 9 Simulate the combination relationship between mobile phone and SIM card</a:t>
            </a:r>
          </a:p>
        </p:txBody>
      </p:sp>
      <p:sp>
        <p:nvSpPr>
          <p:cNvPr id="1384" name="">
            <a:extLst xmlns:a="http://schemas.openxmlformats.org/drawingml/2006/main">
              <a:ext uri="{FF2B5EF4-FFF2-40B4-BE49-F238E27FC236}">
                <a16:creationId xmlns:a16="http://schemas.microsoft.com/office/drawing/2014/main" id="{CA5B289E-2419-406F-ACDA-79A16D64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85" name="">
            <a:extLst xmlns:a="http://schemas.openxmlformats.org/drawingml/2006/main">
              <a:ext uri="{FF2B5EF4-FFF2-40B4-BE49-F238E27FC236}">
                <a16:creationId xmlns:a16="http://schemas.microsoft.com/office/drawing/2014/main" id="{F0FE0525-6D59-4EE7-856C-8DFD429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906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MobileTelephone 对象组合一个 SIM 卡，可用 setSIM(SIM card) 更换 SIM 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MobileTelephone object combines a SIM card. You can use setSIM(SIM card) to replace the SIM card.</a:t>
            </a:r>
          </a:p>
        </p:txBody>
      </p:sp>
      <p:sp>
        <p:nvSpPr>
          <p:cNvPr id="1386" name="">
            <a:extLst xmlns:a="http://schemas.openxmlformats.org/drawingml/2006/main">
              <a:ext uri="{FF2B5EF4-FFF2-40B4-BE49-F238E27FC236}">
                <a16:creationId xmlns:a16="http://schemas.microsoft.com/office/drawing/2014/main" id="{24DDDC48-4A1B-42A8-B635-D17D9083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87" name="">
            <a:extLst xmlns:a="http://schemas.openxmlformats.org/drawingml/2006/main">
              <a:ext uri="{FF2B5EF4-FFF2-40B4-BE49-F238E27FC236}">
                <a16:creationId xmlns:a16="http://schemas.microsoft.com/office/drawing/2014/main" id="{00135755-A5A2-46FE-8730-3AF52F32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涉及类：SIM.java、MobileTelephone.java、Example4_9.java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Involved classes: SIM.java, MobileTelephone.java, Example4_9.java</a:t>
            </a:r>
          </a:p>
        </p:txBody>
      </p:sp>
      <p:sp>
        <p:nvSpPr>
          <p:cNvPr id="1388" name="">
            <a:extLst xmlns:a="http://schemas.openxmlformats.org/drawingml/2006/main">
              <a:ext uri="{FF2B5EF4-FFF2-40B4-BE49-F238E27FC236}">
                <a16:creationId xmlns:a16="http://schemas.microsoft.com/office/drawing/2014/main" id="{573D7D47-5B42-4E59-AF4B-25933D5D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89" name="">
            <a:extLst xmlns:a="http://schemas.openxmlformats.org/drawingml/2006/main">
              <a:ext uri="{FF2B5EF4-FFF2-40B4-BE49-F238E27FC236}">
                <a16:creationId xmlns:a16="http://schemas.microsoft.com/office/drawing/2014/main" id="{C055E08F-0AD9-4D70-B431-5204FCD1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324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运行效果如图 4.20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running effect is shown in Figure 4.20</a:t>
            </a:r>
          </a:p>
        </p:txBody>
      </p:sp>
      <p:sp>
        <p:nvSpPr>
          <p:cNvPr id="1390" name="">
            <a:extLst xmlns:a="http://schemas.openxmlformats.org/drawingml/2006/main">
              <a:ext uri="{FF2B5EF4-FFF2-40B4-BE49-F238E27FC236}">
                <a16:creationId xmlns:a16="http://schemas.microsoft.com/office/drawing/2014/main" id="{AD389D5D-973B-4497-94E8-2832E112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61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197433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2" name="">
            <a:extLst xmlns:a="http://schemas.openxmlformats.org/drawingml/2006/main">
              <a:ext uri="{FF2B5EF4-FFF2-40B4-BE49-F238E27FC236}">
                <a16:creationId xmlns:a16="http://schemas.microsoft.com/office/drawing/2014/main" id="{9D0D76E0-6FD4-4161-AA1F-22A6D599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93" name="">
            <a:extLst xmlns:a="http://schemas.openxmlformats.org/drawingml/2006/main">
              <a:ext uri="{FF2B5EF4-FFF2-40B4-BE49-F238E27FC236}">
                <a16:creationId xmlns:a16="http://schemas.microsoft.com/office/drawing/2014/main" id="{C1B80AA8-8B55-4A17-8D83-FBA9857B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94" name="">
            <a:extLst xmlns:a="http://schemas.openxmlformats.org/drawingml/2006/main">
              <a:ext uri="{FF2B5EF4-FFF2-40B4-BE49-F238E27FC236}">
                <a16:creationId xmlns:a16="http://schemas.microsoft.com/office/drawing/2014/main" id="{90D64FA5-8A0A-48A2-94B3-29E07517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395" name="">
            <a:extLst xmlns:a="http://schemas.openxmlformats.org/drawingml/2006/main">
              <a:ext uri="{FF2B5EF4-FFF2-40B4-BE49-F238E27FC236}">
                <a16:creationId xmlns:a16="http://schemas.microsoft.com/office/drawing/2014/main" id="{49088ECC-B072-487F-9B27-24B0EE1A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例子9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9</a:t>
            </a:r>
          </a:p>
        </p:txBody>
      </p:sp>
      <p:sp>
        <p:nvSpPr>
          <p:cNvPr id="1396" name="">
            <a:extLst xmlns:a="http://schemas.openxmlformats.org/drawingml/2006/main">
              <a:ext uri="{FF2B5EF4-FFF2-40B4-BE49-F238E27FC236}">
                <a16:creationId xmlns:a16="http://schemas.microsoft.com/office/drawing/2014/main" id="{9AF4802C-2111-4BEC-B3BA-99508753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SIM 类：SIM 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SIM type: SIM card</a:t>
            </a:r>
          </a:p>
        </p:txBody>
      </p:sp>
      <p:sp>
        <p:nvSpPr>
          <p:cNvPr id="1397" name="">
            <a:extLst xmlns:a="http://schemas.openxmlformats.org/drawingml/2006/main">
              <a:ext uri="{FF2B5EF4-FFF2-40B4-BE49-F238E27FC236}">
                <a16:creationId xmlns:a16="http://schemas.microsoft.com/office/drawing/2014/main" id="{D73B240D-150E-4566-9220-BA60657E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98" name="">
            <a:extLst xmlns:a="http://schemas.openxmlformats.org/drawingml/2006/main">
              <a:ext uri="{FF2B5EF4-FFF2-40B4-BE49-F238E27FC236}">
                <a16:creationId xmlns:a16="http://schemas.microsoft.com/office/drawing/2014/main" id="{78C2E38B-A9FE-4F59-9265-D9B98686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SIM.java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SIM.java auxiliary class code</a:t>
            </a:r>
          </a:p>
        </p:txBody>
      </p:sp>
      <p:pic>
        <p:nvPicPr>
          <p:cNvPr id="14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2663eae144e68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24475" y="1600200"/>
            <a:ext cx="52387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400" name="">
            <a:extLst xmlns:a="http://schemas.openxmlformats.org/drawingml/2006/main">
              <a:ext uri="{FF2B5EF4-FFF2-40B4-BE49-F238E27FC236}">
                <a16:creationId xmlns:a16="http://schemas.microsoft.com/office/drawing/2014/main" id="{112DA122-A5C9-4C59-9AC4-BF587F55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62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1445561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2" name="">
            <a:extLst xmlns:a="http://schemas.openxmlformats.org/drawingml/2006/main">
              <a:ext uri="{FF2B5EF4-FFF2-40B4-BE49-F238E27FC236}">
                <a16:creationId xmlns:a16="http://schemas.microsoft.com/office/drawing/2014/main" id="{2F80EDFA-B540-41C3-A1D4-E17F6BE9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03" name="">
            <a:extLst xmlns:a="http://schemas.openxmlformats.org/drawingml/2006/main">
              <a:ext uri="{FF2B5EF4-FFF2-40B4-BE49-F238E27FC236}">
                <a16:creationId xmlns:a16="http://schemas.microsoft.com/office/drawing/2014/main" id="{5C70F249-A1CD-4411-BD2D-D899ECE4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04" name="">
            <a:extLst xmlns:a="http://schemas.openxmlformats.org/drawingml/2006/main">
              <a:ext uri="{FF2B5EF4-FFF2-40B4-BE49-F238E27FC236}">
                <a16:creationId xmlns:a16="http://schemas.microsoft.com/office/drawing/2014/main" id="{978D6963-33A1-4EDC-858E-0C9F467F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405" name="">
            <a:extLst xmlns:a="http://schemas.openxmlformats.org/drawingml/2006/main">
              <a:ext uri="{FF2B5EF4-FFF2-40B4-BE49-F238E27FC236}">
                <a16:creationId xmlns:a16="http://schemas.microsoft.com/office/drawing/2014/main" id="{46F2F476-D306-4B16-9CF4-7624CBB5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例子9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9</a:t>
            </a:r>
          </a:p>
        </p:txBody>
      </p:sp>
      <p:sp>
        <p:nvSpPr>
          <p:cNvPr id="1406" name="">
            <a:extLst xmlns:a="http://schemas.openxmlformats.org/drawingml/2006/main">
              <a:ext uri="{FF2B5EF4-FFF2-40B4-BE49-F238E27FC236}">
                <a16:creationId xmlns:a16="http://schemas.microsoft.com/office/drawing/2014/main" id="{AFC8D9FA-F359-471F-88F4-6DC9B26F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3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MobileTelephone 类：手机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MobileTelephone class: mobile phone</a:t>
            </a:r>
          </a:p>
        </p:txBody>
      </p:sp>
      <p:sp>
        <p:nvSpPr>
          <p:cNvPr id="1407" name="">
            <a:extLst xmlns:a="http://schemas.openxmlformats.org/drawingml/2006/main">
              <a:ext uri="{FF2B5EF4-FFF2-40B4-BE49-F238E27FC236}">
                <a16:creationId xmlns:a16="http://schemas.microsoft.com/office/drawing/2014/main" id="{2BA538A2-4973-4C8B-8326-3C1C8364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08" name="">
            <a:extLst xmlns:a="http://schemas.openxmlformats.org/drawingml/2006/main">
              <a:ext uri="{FF2B5EF4-FFF2-40B4-BE49-F238E27FC236}">
                <a16:creationId xmlns:a16="http://schemas.microsoft.com/office/drawing/2014/main" id="{758DE825-BC93-42F8-8B80-6E8C6984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MobileTelephone.java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MobileTelephone.java auxiliary class code</a:t>
            </a:r>
          </a:p>
        </p:txBody>
      </p:sp>
      <p:pic>
        <p:nvPicPr>
          <p:cNvPr id="14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a7f6111b649e8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81600" y="1600200"/>
            <a:ext cx="551497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410" name="">
            <a:extLst xmlns:a="http://schemas.openxmlformats.org/drawingml/2006/main">
              <a:ext uri="{FF2B5EF4-FFF2-40B4-BE49-F238E27FC236}">
                <a16:creationId xmlns:a16="http://schemas.microsoft.com/office/drawing/2014/main" id="{D933D402-6C38-462A-AE65-6E977F09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63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4495745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2" name="">
            <a:extLst xmlns:a="http://schemas.openxmlformats.org/drawingml/2006/main">
              <a:ext uri="{FF2B5EF4-FFF2-40B4-BE49-F238E27FC236}">
                <a16:creationId xmlns:a16="http://schemas.microsoft.com/office/drawing/2014/main" id="{266E6C4D-8916-493E-9021-A2F09BBE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3" name="">
            <a:extLst xmlns:a="http://schemas.openxmlformats.org/drawingml/2006/main">
              <a:ext uri="{FF2B5EF4-FFF2-40B4-BE49-F238E27FC236}">
                <a16:creationId xmlns:a16="http://schemas.microsoft.com/office/drawing/2014/main" id="{C5514652-AE0C-4999-B6C6-9ECDEA97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4" name="">
            <a:extLst xmlns:a="http://schemas.openxmlformats.org/drawingml/2006/main">
              <a:ext uri="{FF2B5EF4-FFF2-40B4-BE49-F238E27FC236}">
                <a16:creationId xmlns:a16="http://schemas.microsoft.com/office/drawing/2014/main" id="{8010E377-97D3-4C66-A48A-D10AF0B6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415" name="">
            <a:extLst xmlns:a="http://schemas.openxmlformats.org/drawingml/2006/main">
              <a:ext uri="{FF2B5EF4-FFF2-40B4-BE49-F238E27FC236}">
                <a16:creationId xmlns:a16="http://schemas.microsoft.com/office/drawing/2014/main" id="{15579B42-51E1-41A1-B4A5-6426BEFF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例子9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9</a:t>
            </a:r>
          </a:p>
        </p:txBody>
      </p:sp>
      <p:sp>
        <p:nvSpPr>
          <p:cNvPr id="1416" name="">
            <a:extLst xmlns:a="http://schemas.openxmlformats.org/drawingml/2006/main">
              <a:ext uri="{FF2B5EF4-FFF2-40B4-BE49-F238E27FC236}">
                <a16:creationId xmlns:a16="http://schemas.microsoft.com/office/drawing/2014/main" id="{B096DE22-1261-40A8-968C-FB006737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手机与 SIM 卡组合示例（上）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of mobile phone and SIM card combination (Part 1)</a:t>
            </a:r>
          </a:p>
        </p:txBody>
      </p:sp>
      <p:sp>
        <p:nvSpPr>
          <p:cNvPr id="1417" name="">
            <a:extLst xmlns:a="http://schemas.openxmlformats.org/drawingml/2006/main">
              <a:ext uri="{FF2B5EF4-FFF2-40B4-BE49-F238E27FC236}">
                <a16:creationId xmlns:a16="http://schemas.microsoft.com/office/drawing/2014/main" id="{AD4C75FF-262C-4BC2-A429-80ED6DEB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8" name="">
            <a:extLst xmlns:a="http://schemas.openxmlformats.org/drawingml/2006/main">
              <a:ext uri="{FF2B5EF4-FFF2-40B4-BE49-F238E27FC236}">
                <a16:creationId xmlns:a16="http://schemas.microsoft.com/office/drawing/2014/main" id="{40B28AA4-D218-4CDB-B005-2EE8203E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SIM 与 MobileTelephone 类，演示组合复用。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SIM and MobileTelephone classes demonstrate combination and reuse.</a:t>
            </a:r>
          </a:p>
        </p:txBody>
      </p:sp>
      <p:pic>
        <p:nvPicPr>
          <p:cNvPr id="14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8ab0f47ae46af"/>
          <a:srcRect xmlns:a="http://schemas.openxmlformats.org/drawingml/2006/main" l="0" t="37" r="0" b="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781175"/>
            <a:ext cx="7591425" cy="3752850"/>
          </a:xfrm>
          <a:prstGeom xmlns:a="http://schemas.openxmlformats.org/drawingml/2006/main" prst="roundRect">
            <a:avLst>
              <a:gd name="adj" fmla="val 3046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420" name="">
            <a:extLst xmlns:a="http://schemas.openxmlformats.org/drawingml/2006/main">
              <a:ext uri="{FF2B5EF4-FFF2-40B4-BE49-F238E27FC236}">
                <a16:creationId xmlns:a16="http://schemas.microsoft.com/office/drawing/2014/main" id="{35077ABE-0DD2-480F-A47C-9E1408FB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64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2693996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2" name="">
            <a:extLst xmlns:a="http://schemas.openxmlformats.org/drawingml/2006/main">
              <a:ext uri="{FF2B5EF4-FFF2-40B4-BE49-F238E27FC236}">
                <a16:creationId xmlns:a16="http://schemas.microsoft.com/office/drawing/2014/main" id="{ACB9806E-EA16-4518-A402-8F1312E7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23" name="">
            <a:extLst xmlns:a="http://schemas.openxmlformats.org/drawingml/2006/main">
              <a:ext uri="{FF2B5EF4-FFF2-40B4-BE49-F238E27FC236}">
                <a16:creationId xmlns:a16="http://schemas.microsoft.com/office/drawing/2014/main" id="{E1599F8A-E5D9-4013-B581-D7A2AD25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24" name="">
            <a:extLst xmlns:a="http://schemas.openxmlformats.org/drawingml/2006/main">
              <a:ext uri="{FF2B5EF4-FFF2-40B4-BE49-F238E27FC236}">
                <a16:creationId xmlns:a16="http://schemas.microsoft.com/office/drawing/2014/main" id="{F9E14851-54F8-4F9B-85FF-D6B95D58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425" name="">
            <a:extLst xmlns:a="http://schemas.openxmlformats.org/drawingml/2006/main">
              <a:ext uri="{FF2B5EF4-FFF2-40B4-BE49-F238E27FC236}">
                <a16:creationId xmlns:a16="http://schemas.microsoft.com/office/drawing/2014/main" id="{4FFE99F6-B3FB-4BF5-AB5E-56E42443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§4.6.2</a:t>
            </a:r>
            <a:endParaRPr/>
          </a:p>
        </p:txBody>
      </p:sp>
      <p:sp>
        <p:nvSpPr>
          <p:cNvPr id="1426" name="">
            <a:extLst xmlns:a="http://schemas.openxmlformats.org/drawingml/2006/main">
              <a:ext uri="{FF2B5EF4-FFF2-40B4-BE49-F238E27FC236}">
                <a16:creationId xmlns:a16="http://schemas.microsoft.com/office/drawing/2014/main" id="{A981BC3F-E4A6-4428-BA11-2F16C671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479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关联关系（UML 图）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Association relationships (UML diagram)</a:t>
            </a:r>
          </a:p>
        </p:txBody>
      </p:sp>
      <p:sp>
        <p:nvSpPr>
          <p:cNvPr id="1427" name="">
            <a:extLst xmlns:a="http://schemas.openxmlformats.org/drawingml/2006/main">
              <a:ext uri="{FF2B5EF4-FFF2-40B4-BE49-F238E27FC236}">
                <a16:creationId xmlns:a16="http://schemas.microsoft.com/office/drawing/2014/main" id="{F80BD893-7D11-4470-A838-5A97B287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28" name="">
            <a:extLst xmlns:a="http://schemas.openxmlformats.org/drawingml/2006/main">
              <a:ext uri="{FF2B5EF4-FFF2-40B4-BE49-F238E27FC236}">
                <a16:creationId xmlns:a16="http://schemas.microsoft.com/office/drawing/2014/main" id="{B3E46502-13DD-4EB1-9EA4-00972398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526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关联关系表示类之间的结构联系，常用实线连接相关类。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Association relationships represent structural connections between classes, and solid lines are often used to connect related classes.</a:t>
            </a:r>
          </a:p>
        </p:txBody>
      </p:sp>
      <p:sp>
        <p:nvSpPr>
          <p:cNvPr id="1429" name="">
            <a:extLst xmlns:a="http://schemas.openxmlformats.org/drawingml/2006/main">
              <a:ext uri="{FF2B5EF4-FFF2-40B4-BE49-F238E27FC236}">
                <a16:creationId xmlns:a16="http://schemas.microsoft.com/office/drawing/2014/main" id="{66FEBFBC-9C02-464D-9574-4CA50502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704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30" name="">
            <a:extLst xmlns:a="http://schemas.openxmlformats.org/drawingml/2006/main">
              <a:ext uri="{FF2B5EF4-FFF2-40B4-BE49-F238E27FC236}">
                <a16:creationId xmlns:a16="http://schemas.microsoft.com/office/drawing/2014/main" id="{AC9DE848-AB0E-418D-BD72-26CAE1F8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5906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关联：一个类“知道”另一个类，并持有其对象引用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Association: One class "knows" another class and holds references to its objects</a:t>
            </a:r>
          </a:p>
        </p:txBody>
      </p:sp>
      <p:sp>
        <p:nvSpPr>
          <p:cNvPr id="1431" name="">
            <a:extLst xmlns:a="http://schemas.openxmlformats.org/drawingml/2006/main">
              <a:ext uri="{FF2B5EF4-FFF2-40B4-BE49-F238E27FC236}">
                <a16:creationId xmlns:a16="http://schemas.microsoft.com/office/drawing/2014/main" id="{571F5742-9BC0-407F-AB9D-DCD7F8C1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266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32" name="">
            <a:extLst xmlns:a="http://schemas.openxmlformats.org/drawingml/2006/main">
              <a:ext uri="{FF2B5EF4-FFF2-40B4-BE49-F238E27FC236}">
                <a16:creationId xmlns:a16="http://schemas.microsoft.com/office/drawing/2014/main" id="{145F1953-060F-4649-8CEA-31FC2C2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152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如 MobileTelephone 组合/关联一个 SIM 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For example, MobileTelephone combines/associates a SIM object</a:t>
            </a:r>
          </a:p>
        </p:txBody>
      </p:sp>
      <p:sp>
        <p:nvSpPr>
          <p:cNvPr id="1433" name="">
            <a:extLst xmlns:a="http://schemas.openxmlformats.org/drawingml/2006/main">
              <a:ext uri="{FF2B5EF4-FFF2-40B4-BE49-F238E27FC236}">
                <a16:creationId xmlns:a16="http://schemas.microsoft.com/office/drawing/2014/main" id="{3537CA44-E45B-4CAE-B378-EB73A84E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828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34" name="">
            <a:extLst xmlns:a="http://schemas.openxmlformats.org/drawingml/2006/main">
              <a:ext uri="{FF2B5EF4-FFF2-40B4-BE49-F238E27FC236}">
                <a16:creationId xmlns:a16="http://schemas.microsoft.com/office/drawing/2014/main" id="{B798DED3-3DA0-462C-83EC-A23B0CE9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714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UML 中用实线（可带 multiplicity）表示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Represented by solid lines (can be multiplicity) in UML</a:t>
            </a:r>
          </a:p>
        </p:txBody>
      </p:sp>
      <p:pic>
        <p:nvPicPr>
          <p:cNvPr id="14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0b0d96f4a41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43525" y="3429000"/>
            <a:ext cx="5229225" cy="232410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1436" name="">
            <a:extLst xmlns:a="http://schemas.openxmlformats.org/drawingml/2006/main">
              <a:ext uri="{FF2B5EF4-FFF2-40B4-BE49-F238E27FC236}">
                <a16:creationId xmlns:a16="http://schemas.microsoft.com/office/drawing/2014/main" id="{BA9C8F48-9616-4F88-B6CF-8A93ED64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65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9497849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8" name="">
            <a:extLst xmlns:a="http://schemas.openxmlformats.org/drawingml/2006/main">
              <a:ext uri="{FF2B5EF4-FFF2-40B4-BE49-F238E27FC236}">
                <a16:creationId xmlns:a16="http://schemas.microsoft.com/office/drawing/2014/main" id="{4549FFA0-4C2D-4D96-8991-B722496C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39" name="">
            <a:extLst xmlns:a="http://schemas.openxmlformats.org/drawingml/2006/main">
              <a:ext uri="{FF2B5EF4-FFF2-40B4-BE49-F238E27FC236}">
                <a16:creationId xmlns:a16="http://schemas.microsoft.com/office/drawing/2014/main" id="{C4F1F327-002C-4AE3-9C27-26C5561C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40" name="">
            <a:extLst xmlns:a="http://schemas.openxmlformats.org/drawingml/2006/main">
              <a:ext uri="{FF2B5EF4-FFF2-40B4-BE49-F238E27FC236}">
                <a16:creationId xmlns:a16="http://schemas.microsoft.com/office/drawing/2014/main" id="{C545B42A-156D-4C8A-98CE-035A2369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441" name="">
            <a:extLst xmlns:a="http://schemas.openxmlformats.org/drawingml/2006/main">
              <a:ext uri="{FF2B5EF4-FFF2-40B4-BE49-F238E27FC236}">
                <a16:creationId xmlns:a16="http://schemas.microsoft.com/office/drawing/2014/main" id="{67B606B4-DB3D-459B-846C-86EFFB57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§4.6.1 运行效果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§4.6.1 Operation effect</a:t>
            </a:r>
          </a:p>
        </p:txBody>
      </p:sp>
      <p:sp>
        <p:nvSpPr>
          <p:cNvPr id="1442" name="">
            <a:extLst xmlns:a="http://schemas.openxmlformats.org/drawingml/2006/main">
              <a:ext uri="{FF2B5EF4-FFF2-40B4-BE49-F238E27FC236}">
                <a16:creationId xmlns:a16="http://schemas.microsoft.com/office/drawing/2014/main" id="{C602FA0A-1153-49DA-8A8E-B9C34B27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例子9 运行效果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9 Operation effect</a:t>
            </a:r>
          </a:p>
        </p:txBody>
      </p:sp>
      <p:sp>
        <p:nvSpPr>
          <p:cNvPr id="1443" name="">
            <a:extLst xmlns:a="http://schemas.openxmlformats.org/drawingml/2006/main">
              <a:ext uri="{FF2B5EF4-FFF2-40B4-BE49-F238E27FC236}">
                <a16:creationId xmlns:a16="http://schemas.microsoft.com/office/drawing/2014/main" id="{B242638F-7440-404D-B593-B564D4EE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44" name="">
            <a:extLst xmlns:a="http://schemas.openxmlformats.org/drawingml/2006/main">
              <a:ext uri="{FF2B5EF4-FFF2-40B4-BE49-F238E27FC236}">
                <a16:creationId xmlns:a16="http://schemas.microsoft.com/office/drawing/2014/main" id="{655DB850-469C-40C5-867B-7460B0B4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002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例子9 模拟手机使用 SIM 卡，运行效果如图 4.20。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Example 9 simulates the use of a SIM card on a mobile phone, and the running effect is as shown in Figure 4.20.</a:t>
            </a:r>
          </a:p>
        </p:txBody>
      </p:sp>
      <p:pic>
        <p:nvPicPr>
          <p:cNvPr id="14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9cbc8e0174837"/>
          <a:srcRect xmlns:a="http://schemas.openxmlformats.org/drawingml/2006/main" l="0" t="68" r="0" b="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343400" y="2676525"/>
            <a:ext cx="7239000" cy="2143125"/>
          </a:xfrm>
          <a:prstGeom xmlns:a="http://schemas.openxmlformats.org/drawingml/2006/main" prst="roundRect">
            <a:avLst>
              <a:gd name="adj" fmla="val 3556"/>
            </a:avLst>
          </a:prstGeom>
        </p:spPr>
      </p:pic>
      <p:sp>
        <p:nvSpPr>
          <p:cNvPr id="1446" name="">
            <a:extLst xmlns:a="http://schemas.openxmlformats.org/drawingml/2006/main">
              <a:ext uri="{FF2B5EF4-FFF2-40B4-BE49-F238E27FC236}">
                <a16:creationId xmlns:a16="http://schemas.microsoft.com/office/drawing/2014/main" id="{388CFDC6-BBF9-4EB3-AFA4-9E77AF43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66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0348687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8" name="">
            <a:extLst xmlns:a="http://schemas.openxmlformats.org/drawingml/2006/main">
              <a:ext uri="{FF2B5EF4-FFF2-40B4-BE49-F238E27FC236}">
                <a16:creationId xmlns:a16="http://schemas.microsoft.com/office/drawing/2014/main" id="{EF2A45C5-2061-4F50-98A8-14A3CA4B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49" name="">
            <a:extLst xmlns:a="http://schemas.openxmlformats.org/drawingml/2006/main">
              <a:ext uri="{FF2B5EF4-FFF2-40B4-BE49-F238E27FC236}">
                <a16:creationId xmlns:a16="http://schemas.microsoft.com/office/drawing/2014/main" id="{5F23489E-6BFC-46CD-B699-5966213F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0" name="">
            <a:extLst xmlns:a="http://schemas.openxmlformats.org/drawingml/2006/main">
              <a:ext uri="{FF2B5EF4-FFF2-40B4-BE49-F238E27FC236}">
                <a16:creationId xmlns:a16="http://schemas.microsoft.com/office/drawing/2014/main" id="{370F6F39-D3F1-40B4-AC35-C790A624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451" name="">
            <a:extLst xmlns:a="http://schemas.openxmlformats.org/drawingml/2006/main">
              <a:ext uri="{FF2B5EF4-FFF2-40B4-BE49-F238E27FC236}">
                <a16:creationId xmlns:a16="http://schemas.microsoft.com/office/drawing/2014/main" id="{0F7AEBE4-28E9-4FD5-8EAE-6983C7A8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§4.6.2</a:t>
            </a:r>
            <a:endParaRPr/>
          </a:p>
        </p:txBody>
      </p:sp>
      <p:sp>
        <p:nvSpPr>
          <p:cNvPr id="1452" name="">
            <a:extLst xmlns:a="http://schemas.openxmlformats.org/drawingml/2006/main">
              <a:ext uri="{FF2B5EF4-FFF2-40B4-BE49-F238E27FC236}">
                <a16:creationId xmlns:a16="http://schemas.microsoft.com/office/drawing/2014/main" id="{C4EA6819-6CD2-41DA-B8B9-ADECBE9D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依赖关系（UML 图）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Dependencies (UML diagram)</a:t>
            </a:r>
          </a:p>
        </p:txBody>
      </p:sp>
      <p:sp>
        <p:nvSpPr>
          <p:cNvPr id="1453" name="">
            <a:extLst xmlns:a="http://schemas.openxmlformats.org/drawingml/2006/main">
              <a:ext uri="{FF2B5EF4-FFF2-40B4-BE49-F238E27FC236}">
                <a16:creationId xmlns:a16="http://schemas.microsoft.com/office/drawing/2014/main" id="{CD5AA60D-378E-4D22-85EE-6481C79B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4" name="">
            <a:extLst xmlns:a="http://schemas.openxmlformats.org/drawingml/2006/main">
              <a:ext uri="{FF2B5EF4-FFF2-40B4-BE49-F238E27FC236}">
                <a16:creationId xmlns:a16="http://schemas.microsoft.com/office/drawing/2014/main" id="{1BDA2E83-64AD-42F1-88FF-CAD90AB9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依赖关系表示一个类在方法实现中“使用”另一个类，是比关联更弱的关系。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 dependency relationship means that one class "uses" another class in method implementation and is a weaker relationship than an association.</a:t>
            </a:r>
          </a:p>
        </p:txBody>
      </p:sp>
      <p:sp>
        <p:nvSpPr>
          <p:cNvPr id="1455" name="">
            <a:extLst xmlns:a="http://schemas.openxmlformats.org/drawingml/2006/main">
              <a:ext uri="{FF2B5EF4-FFF2-40B4-BE49-F238E27FC236}">
                <a16:creationId xmlns:a16="http://schemas.microsoft.com/office/drawing/2014/main" id="{C372591C-5B6A-4290-B924-ED4129FC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647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6" name="">
            <a:extLst xmlns:a="http://schemas.openxmlformats.org/drawingml/2006/main">
              <a:ext uri="{FF2B5EF4-FFF2-40B4-BE49-F238E27FC236}">
                <a16:creationId xmlns:a16="http://schemas.microsoft.com/office/drawing/2014/main" id="{7BBE4352-9720-4516-8AF1-E52C1F67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5335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113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依赖：一个类的方法局部使用另一个类的对象（参数/局部变量）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Dependency: A method of one class locally uses objects (parameters/local variables) of another class</a:t>
            </a:r>
          </a:p>
        </p:txBody>
      </p:sp>
      <p:sp>
        <p:nvSpPr>
          <p:cNvPr id="1457" name="">
            <a:extLst xmlns:a="http://schemas.openxmlformats.org/drawingml/2006/main">
              <a:ext uri="{FF2B5EF4-FFF2-40B4-BE49-F238E27FC236}">
                <a16:creationId xmlns:a16="http://schemas.microsoft.com/office/drawing/2014/main" id="{56A29DBB-8E37-4404-AB32-6393D1E6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209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8" name="">
            <a:extLst xmlns:a="http://schemas.openxmlformats.org/drawingml/2006/main">
              <a:ext uri="{FF2B5EF4-FFF2-40B4-BE49-F238E27FC236}">
                <a16:creationId xmlns:a16="http://schemas.microsoft.com/office/drawing/2014/main" id="{3E937C42-F3E4-4DF8-BE91-5B5BD3F2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0955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如 Radio 的 openRadio(Battery) 依赖 Battery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For example, Radio's openRadio(Battery) depends on Battery</a:t>
            </a:r>
          </a:p>
        </p:txBody>
      </p:sp>
      <p:sp>
        <p:nvSpPr>
          <p:cNvPr id="1459" name="">
            <a:extLst xmlns:a="http://schemas.openxmlformats.org/drawingml/2006/main">
              <a:ext uri="{FF2B5EF4-FFF2-40B4-BE49-F238E27FC236}">
                <a16:creationId xmlns:a16="http://schemas.microsoft.com/office/drawing/2014/main" id="{9EB21E7B-883A-4870-96A6-CBA14CBE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71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60" name="">
            <a:extLst xmlns:a="http://schemas.openxmlformats.org/drawingml/2006/main">
              <a:ext uri="{FF2B5EF4-FFF2-40B4-BE49-F238E27FC236}">
                <a16:creationId xmlns:a16="http://schemas.microsoft.com/office/drawing/2014/main" id="{2D86AC3C-25AA-433B-8EC3-9CE56719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574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UML 中用带箭头的虚线表示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Represented by a dashed line with an arrow in UML</a:t>
            </a:r>
          </a:p>
        </p:txBody>
      </p:sp>
      <p:sp>
        <p:nvSpPr>
          <p:cNvPr id="1461" name="">
            <a:extLst xmlns:a="http://schemas.openxmlformats.org/drawingml/2006/main">
              <a:ext uri="{FF2B5EF4-FFF2-40B4-BE49-F238E27FC236}">
                <a16:creationId xmlns:a16="http://schemas.microsoft.com/office/drawing/2014/main" id="{7E9BFB4E-E3CF-463F-9986-A8E675C2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33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62" name="">
            <a:extLst xmlns:a="http://schemas.openxmlformats.org/drawingml/2006/main">
              <a:ext uri="{FF2B5EF4-FFF2-40B4-BE49-F238E27FC236}">
                <a16:creationId xmlns:a16="http://schemas.microsoft.com/office/drawing/2014/main" id="{73464785-9560-4231-8F62-754FF678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194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关联 vs 依赖 区别对照（见对照图）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Difference comparison of association vs. dependence (see comparison chart)</a:t>
            </a:r>
          </a:p>
        </p:txBody>
      </p:sp>
      <p:pic>
        <p:nvPicPr>
          <p:cNvPr id="14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b455408d9421f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95925" y="3933825"/>
            <a:ext cx="4933950" cy="1885950"/>
          </a:xfrm>
          <a:prstGeom xmlns:a="http://schemas.openxmlformats.org/drawingml/2006/main" prst="roundRect">
            <a:avLst>
              <a:gd name="adj" fmla="val 4040"/>
            </a:avLst>
          </a:prstGeom>
        </p:spPr>
      </p:pic>
      <p:sp>
        <p:nvSpPr>
          <p:cNvPr id="1464" name="">
            <a:extLst xmlns:a="http://schemas.openxmlformats.org/drawingml/2006/main">
              <a:ext uri="{FF2B5EF4-FFF2-40B4-BE49-F238E27FC236}">
                <a16:creationId xmlns:a16="http://schemas.microsoft.com/office/drawing/2014/main" id="{D0AD903B-ED37-41C0-A941-01EA263E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67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268908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6" name="">
            <a:extLst xmlns:a="http://schemas.openxmlformats.org/drawingml/2006/main">
              <a:ext uri="{FF2B5EF4-FFF2-40B4-BE49-F238E27FC236}">
                <a16:creationId xmlns:a16="http://schemas.microsoft.com/office/drawing/2014/main" id="{ED2B11AC-20CC-403F-9EF6-A30113F4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67" name="">
            <a:extLst xmlns:a="http://schemas.openxmlformats.org/drawingml/2006/main">
              <a:ext uri="{FF2B5EF4-FFF2-40B4-BE49-F238E27FC236}">
                <a16:creationId xmlns:a16="http://schemas.microsoft.com/office/drawing/2014/main" id="{8ADFF240-B866-4F99-AA1A-2A1B3F33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68" name="">
            <a:extLst xmlns:a="http://schemas.openxmlformats.org/drawingml/2006/main">
              <a:ext uri="{FF2B5EF4-FFF2-40B4-BE49-F238E27FC236}">
                <a16:creationId xmlns:a16="http://schemas.microsoft.com/office/drawing/2014/main" id="{418A595E-33EB-4837-AA39-BC05D64D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469" name="">
            <a:extLst xmlns:a="http://schemas.openxmlformats.org/drawingml/2006/main">
              <a:ext uri="{FF2B5EF4-FFF2-40B4-BE49-F238E27FC236}">
                <a16:creationId xmlns:a16="http://schemas.microsoft.com/office/drawing/2014/main" id="{08AA2898-BA45-4AB0-8344-A5E5B2F6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§4.6.2 对照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§4.6.2 Comparison</a:t>
            </a:r>
          </a:p>
        </p:txBody>
      </p:sp>
      <p:sp>
        <p:nvSpPr>
          <p:cNvPr id="1470" name="">
            <a:extLst xmlns:a="http://schemas.openxmlformats.org/drawingml/2006/main">
              <a:ext uri="{FF2B5EF4-FFF2-40B4-BE49-F238E27FC236}">
                <a16:creationId xmlns:a16="http://schemas.microsoft.com/office/drawing/2014/main" id="{489674C2-3D00-4F23-BA42-EC1FA481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2927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关联 vs 依赖 区别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Association vs Dependency Difference</a:t>
            </a:r>
          </a:p>
        </p:txBody>
      </p:sp>
      <p:sp>
        <p:nvSpPr>
          <p:cNvPr id="1471" name="">
            <a:extLst xmlns:a="http://schemas.openxmlformats.org/drawingml/2006/main">
              <a:ext uri="{FF2B5EF4-FFF2-40B4-BE49-F238E27FC236}">
                <a16:creationId xmlns:a16="http://schemas.microsoft.com/office/drawing/2014/main" id="{8F6247E7-1460-44AD-ABC1-C2AAE70E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72" name="">
            <a:extLst xmlns:a="http://schemas.openxmlformats.org/drawingml/2006/main">
              <a:ext uri="{FF2B5EF4-FFF2-40B4-BE49-F238E27FC236}">
                <a16:creationId xmlns:a16="http://schemas.microsoft.com/office/drawing/2014/main" id="{A331E607-B8F3-4831-937F-18E7E372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关联是“长期持有”，依赖是“临时使用”；二者在 UML 中的画法不同。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Associations are "long-term held" and dependencies are "temporarily used"; they are drawn differently in UML.</a:t>
            </a:r>
          </a:p>
        </p:txBody>
      </p:sp>
      <p:sp>
        <p:nvSpPr>
          <p:cNvPr id="1473" name="">
            <a:extLst xmlns:a="http://schemas.openxmlformats.org/drawingml/2006/main">
              <a:ext uri="{FF2B5EF4-FFF2-40B4-BE49-F238E27FC236}">
                <a16:creationId xmlns:a16="http://schemas.microsoft.com/office/drawing/2014/main" id="{90E80C16-7C47-42E7-B3D5-361FE2A5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485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74" name="">
            <a:extLst xmlns:a="http://schemas.openxmlformats.org/drawingml/2006/main">
              <a:ext uri="{FF2B5EF4-FFF2-40B4-BE49-F238E27FC236}">
                <a16:creationId xmlns:a16="http://schemas.microsoft.com/office/drawing/2014/main" id="{470BA83C-DB71-45CE-BD73-79E8A200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371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关联：成员变量级别的引用（实线）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Association: Reference at the member variable level (solid line)</a:t>
            </a:r>
          </a:p>
        </p:txBody>
      </p:sp>
      <p:sp>
        <p:nvSpPr>
          <p:cNvPr id="1475" name="">
            <a:extLst xmlns:a="http://schemas.openxmlformats.org/drawingml/2006/main">
              <a:ext uri="{FF2B5EF4-FFF2-40B4-BE49-F238E27FC236}">
                <a16:creationId xmlns:a16="http://schemas.microsoft.com/office/drawing/2014/main" id="{A10CFFE8-DB66-404A-8A72-C01E5D76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047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76" name="">
            <a:extLst xmlns:a="http://schemas.openxmlformats.org/drawingml/2006/main">
              <a:ext uri="{FF2B5EF4-FFF2-40B4-BE49-F238E27FC236}">
                <a16:creationId xmlns:a16="http://schemas.microsoft.com/office/drawing/2014/main" id="{0D99183D-3071-4448-B9CB-C4538964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9335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依赖：方法参数/局部变量级别的使用（虚线箭头）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Dependency: Usage at method parameter/local variable level (dashed arrow)</a:t>
            </a:r>
          </a:p>
        </p:txBody>
      </p:sp>
      <p:sp>
        <p:nvSpPr>
          <p:cNvPr id="1477" name="">
            <a:extLst xmlns:a="http://schemas.openxmlformats.org/drawingml/2006/main">
              <a:ext uri="{FF2B5EF4-FFF2-40B4-BE49-F238E27FC236}">
                <a16:creationId xmlns:a16="http://schemas.microsoft.com/office/drawing/2014/main" id="{A391B660-8ECD-4AB3-9F2E-A1C12D4B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609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78" name="">
            <a:extLst xmlns:a="http://schemas.openxmlformats.org/drawingml/2006/main">
              <a:ext uri="{FF2B5EF4-FFF2-40B4-BE49-F238E27FC236}">
                <a16:creationId xmlns:a16="http://schemas.microsoft.com/office/drawing/2014/main" id="{CD598677-C752-4A2A-B752-0E683C50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4955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关联耦合强于依赖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Associative coupling is stronger than dependence</a:t>
            </a:r>
          </a:p>
        </p:txBody>
      </p:sp>
      <p:pic>
        <p:nvPicPr>
          <p:cNvPr id="14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a602507e64cbe"/>
          <a:srcRect xmlns:a="http://schemas.openxmlformats.org/drawingml/2006/main" l="0" t="7" r="0" b="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572125" y="3209925"/>
            <a:ext cx="478155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1480" name="">
            <a:extLst xmlns:a="http://schemas.openxmlformats.org/drawingml/2006/main">
              <a:ext uri="{FF2B5EF4-FFF2-40B4-BE49-F238E27FC236}">
                <a16:creationId xmlns:a16="http://schemas.microsoft.com/office/drawing/2014/main" id="{3C8F8CF2-B79A-4D86-B051-1EF2F9FC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68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9781540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2" name="">
            <a:extLst xmlns:a="http://schemas.openxmlformats.org/drawingml/2006/main">
              <a:ext uri="{FF2B5EF4-FFF2-40B4-BE49-F238E27FC236}">
                <a16:creationId xmlns:a16="http://schemas.microsoft.com/office/drawing/2014/main" id="{8683307A-28EB-476C-887A-7FADA11A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83" name="">
            <a:extLst xmlns:a="http://schemas.openxmlformats.org/drawingml/2006/main">
              <a:ext uri="{FF2B5EF4-FFF2-40B4-BE49-F238E27FC236}">
                <a16:creationId xmlns:a16="http://schemas.microsoft.com/office/drawing/2014/main" id="{E042F876-B440-4053-86D4-B57AF68A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84" name="">
            <a:extLst xmlns:a="http://schemas.openxmlformats.org/drawingml/2006/main">
              <a:ext uri="{FF2B5EF4-FFF2-40B4-BE49-F238E27FC236}">
                <a16:creationId xmlns:a16="http://schemas.microsoft.com/office/drawing/2014/main" id="{2BAE87AA-8B2F-42BF-95AC-409A933F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485" name="">
            <a:extLst xmlns:a="http://schemas.openxmlformats.org/drawingml/2006/main">
              <a:ext uri="{FF2B5EF4-FFF2-40B4-BE49-F238E27FC236}">
                <a16:creationId xmlns:a16="http://schemas.microsoft.com/office/drawing/2014/main" id="{8632D100-C807-45EB-9F5E-D812469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§4.7</a:t>
            </a:r>
            <a:endParaRPr/>
          </a:p>
        </p:txBody>
      </p:sp>
      <p:sp>
        <p:nvSpPr>
          <p:cNvPr id="1486" name="">
            <a:extLst xmlns:a="http://schemas.openxmlformats.org/drawingml/2006/main">
              <a:ext uri="{FF2B5EF4-FFF2-40B4-BE49-F238E27FC236}">
                <a16:creationId xmlns:a16="http://schemas.microsoft.com/office/drawing/2014/main" id="{BC1CE06F-5C12-4EF4-AAC9-8819D45F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2953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实例成员与类成员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Instance members and class members</a:t>
            </a:r>
          </a:p>
        </p:txBody>
      </p:sp>
      <p:sp>
        <p:nvSpPr>
          <p:cNvPr id="1487" name="">
            <a:extLst xmlns:a="http://schemas.openxmlformats.org/drawingml/2006/main">
              <a:ext uri="{FF2B5EF4-FFF2-40B4-BE49-F238E27FC236}">
                <a16:creationId xmlns:a16="http://schemas.microsoft.com/office/drawing/2014/main" id="{C8D69332-554E-451C-B480-1C8E3122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88" name="">
            <a:extLst xmlns:a="http://schemas.openxmlformats.org/drawingml/2006/main">
              <a:ext uri="{FF2B5EF4-FFF2-40B4-BE49-F238E27FC236}">
                <a16:creationId xmlns:a16="http://schemas.microsoft.com/office/drawing/2014/main" id="{A26E01E5-C3BB-4972-8EC1-6A7ADAAB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785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 static 修饰的成员变量是类变量，否则是实例变量；二者在共享性上不同。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Member variables modified with static are class variables, otherwise they are instance variables; the two are different in sharing.</a:t>
            </a:r>
          </a:p>
        </p:txBody>
      </p:sp>
      <p:sp>
        <p:nvSpPr>
          <p:cNvPr id="1489" name="">
            <a:extLst xmlns:a="http://schemas.openxmlformats.org/drawingml/2006/main">
              <a:ext uri="{FF2B5EF4-FFF2-40B4-BE49-F238E27FC236}">
                <a16:creationId xmlns:a16="http://schemas.microsoft.com/office/drawing/2014/main" id="{609F5B64-A62D-430B-8C95-3ACBF027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809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90" name="">
            <a:extLst xmlns:a="http://schemas.openxmlformats.org/drawingml/2006/main">
              <a:ext uri="{FF2B5EF4-FFF2-40B4-BE49-F238E27FC236}">
                <a16:creationId xmlns:a16="http://schemas.microsoft.com/office/drawing/2014/main" id="{D3D61680-FE33-4AEA-A67E-88EF713A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6954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1 声明：static 修饰的是类变量，否则是实例变量（静态变量）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1 Statement: static modifies class variables, otherwise it is instance variables (static variables)</a:t>
            </a:r>
          </a:p>
        </p:txBody>
      </p:sp>
      <p:sp>
        <p:nvSpPr>
          <p:cNvPr id="1491" name="">
            <a:extLst xmlns:a="http://schemas.openxmlformats.org/drawingml/2006/main">
              <a:ext uri="{FF2B5EF4-FFF2-40B4-BE49-F238E27FC236}">
                <a16:creationId xmlns:a16="http://schemas.microsoft.com/office/drawing/2014/main" id="{4396989F-70C2-45D0-8B78-783BE48C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371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92" name="">
            <a:extLst xmlns:a="http://schemas.openxmlformats.org/drawingml/2006/main">
              <a:ext uri="{FF2B5EF4-FFF2-40B4-BE49-F238E27FC236}">
                <a16:creationId xmlns:a16="http://schemas.microsoft.com/office/drawing/2014/main" id="{8E25D769-ED11-4542-A212-0189F952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257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52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2 区别：不同对象的实例变量互不相同；所有对象共享类变量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2 Differences: Instance variables of different objects are different from each other; all objects share class variables</a:t>
            </a:r>
          </a:p>
        </p:txBody>
      </p:sp>
      <p:sp>
        <p:nvSpPr>
          <p:cNvPr id="1493" name="">
            <a:extLst xmlns:a="http://schemas.openxmlformats.org/drawingml/2006/main">
              <a:ext uri="{FF2B5EF4-FFF2-40B4-BE49-F238E27FC236}">
                <a16:creationId xmlns:a16="http://schemas.microsoft.com/office/drawing/2014/main" id="{40EF2CCA-2396-4DAE-963D-2B155E00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933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94" name="">
            <a:extLst xmlns:a="http://schemas.openxmlformats.org/drawingml/2006/main">
              <a:ext uri="{FF2B5EF4-FFF2-40B4-BE49-F238E27FC236}">
                <a16:creationId xmlns:a16="http://schemas.microsoft.com/office/drawing/2014/main" id="{91F49FF0-19E6-4E96-B2F4-86E91A03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819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3 可通过类名直接访问类变量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3 Class variables can be accessed directly through the class name</a:t>
            </a:r>
          </a:p>
        </p:txBody>
      </p:sp>
      <p:sp>
        <p:nvSpPr>
          <p:cNvPr id="1495" name="">
            <a:extLst xmlns:a="http://schemas.openxmlformats.org/drawingml/2006/main">
              <a:ext uri="{FF2B5EF4-FFF2-40B4-BE49-F238E27FC236}">
                <a16:creationId xmlns:a16="http://schemas.microsoft.com/office/drawing/2014/main" id="{E86A2FA9-442E-4F77-B980-1D9510B0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495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96" name="">
            <a:extLst xmlns:a="http://schemas.openxmlformats.org/drawingml/2006/main">
              <a:ext uri="{FF2B5EF4-FFF2-40B4-BE49-F238E27FC236}">
                <a16:creationId xmlns:a16="http://schemas.microsoft.com/office/drawing/2014/main" id="{4B0AA12F-8C9B-4D4A-B5C0-63943B1F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381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例子10 中 Ladder 创建的梯形对象共享一个下底（见图 4.23）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trapezoidal objects created by Ladder in Example 10 share a lower base (see Figure 4.23)</a:t>
            </a:r>
          </a:p>
        </p:txBody>
      </p:sp>
      <p:pic>
        <p:nvPicPr>
          <p:cNvPr id="15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bcfbc9a624490"/>
          <a:srcRect xmlns:a="http://schemas.openxmlformats.org/drawingml/2006/main" l="42" t="0" r="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086475" y="4095750"/>
            <a:ext cx="3752850" cy="156210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1498" name="">
            <a:extLst xmlns:a="http://schemas.openxmlformats.org/drawingml/2006/main">
              <a:ext uri="{FF2B5EF4-FFF2-40B4-BE49-F238E27FC236}">
                <a16:creationId xmlns:a16="http://schemas.microsoft.com/office/drawing/2014/main" id="{E0C6A72A-E0B3-42A8-9687-718A4F3B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69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02921900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9" name="">
            <a:extLst xmlns:a="http://schemas.openxmlformats.org/drawingml/2006/main">
              <a:ext uri="{FF2B5EF4-FFF2-40B4-BE49-F238E27FC236}">
                <a16:creationId xmlns:a16="http://schemas.microsoft.com/office/drawing/2014/main" id="{05022FF4-CE1F-4176-BFDF-2FE09AA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20" name="">
            <a:extLst xmlns:a="http://schemas.openxmlformats.org/drawingml/2006/main">
              <a:ext uri="{FF2B5EF4-FFF2-40B4-BE49-F238E27FC236}">
                <a16:creationId xmlns:a16="http://schemas.microsoft.com/office/drawing/2014/main" id="{A9DD61F8-FA99-4CC1-9715-974CF1B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21" name="">
            <a:extLst xmlns:a="http://schemas.openxmlformats.org/drawingml/2006/main">
              <a:ext uri="{FF2B5EF4-FFF2-40B4-BE49-F238E27FC236}">
                <a16:creationId xmlns:a16="http://schemas.microsoft.com/office/drawing/2014/main" id="{4512A2C0-BA2A-4FE4-A3DB-A2023435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522" name="">
            <a:extLst xmlns:a="http://schemas.openxmlformats.org/drawingml/2006/main">
              <a:ext uri="{FF2B5EF4-FFF2-40B4-BE49-F238E27FC236}">
                <a16:creationId xmlns:a16="http://schemas.microsoft.com/office/drawing/2014/main" id="{9C8B31A8-136C-487C-9725-974F4B30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§4.7 对照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§4.7 Comparison</a:t>
            </a:r>
          </a:p>
        </p:txBody>
      </p:sp>
      <p:sp>
        <p:nvSpPr>
          <p:cNvPr id="1523" name="">
            <a:extLst xmlns:a="http://schemas.openxmlformats.org/drawingml/2006/main">
              <a:ext uri="{FF2B5EF4-FFF2-40B4-BE49-F238E27FC236}">
                <a16:creationId xmlns:a16="http://schemas.microsoft.com/office/drawing/2014/main" id="{64D1EB5F-F3D0-4080-9A83-5E21A9B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224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实例成员 vs 类成员（static）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Instance members vs class members (static)</a:t>
            </a:r>
          </a:p>
        </p:txBody>
      </p:sp>
      <p:sp>
        <p:nvSpPr>
          <p:cNvPr id="1524" name="">
            <a:extLst xmlns:a="http://schemas.openxmlformats.org/drawingml/2006/main">
              <a:ext uri="{FF2B5EF4-FFF2-40B4-BE49-F238E27FC236}">
                <a16:creationId xmlns:a16="http://schemas.microsoft.com/office/drawing/2014/main" id="{DDB4620E-FC44-4C83-BD07-FE18BC0C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25" name="">
            <a:extLst xmlns:a="http://schemas.openxmlformats.org/drawingml/2006/main">
              <a:ext uri="{FF2B5EF4-FFF2-40B4-BE49-F238E27FC236}">
                <a16:creationId xmlns:a16="http://schemas.microsoft.com/office/drawing/2014/main" id="{640D5D41-9C44-4564-A656-4F7B0DB5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实例成员属于单个对象，类成员属于整个类，被所有对象共享。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Instance members belong to a single object, and class members belong to the entire class and are shared by all objects.</a:t>
            </a:r>
          </a:p>
        </p:txBody>
      </p:sp>
      <p:sp>
        <p:nvSpPr>
          <p:cNvPr id="1526" name="">
            <a:extLst xmlns:a="http://schemas.openxmlformats.org/drawingml/2006/main">
              <a:ext uri="{FF2B5EF4-FFF2-40B4-BE49-F238E27FC236}">
                <a16:creationId xmlns:a16="http://schemas.microsoft.com/office/drawing/2014/main" id="{750F85E4-A082-4491-807C-70E1270F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409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27" name="">
            <a:extLst xmlns:a="http://schemas.openxmlformats.org/drawingml/2006/main">
              <a:ext uri="{FF2B5EF4-FFF2-40B4-BE49-F238E27FC236}">
                <a16:creationId xmlns:a16="http://schemas.microsoft.com/office/drawing/2014/main" id="{9541FD39-F2C1-416B-958C-1B72A34A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295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实例变量/方法：每个对象各有一份，互不相同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Instance variables/methods: each object has one copy, which is different from each other</a:t>
            </a:r>
          </a:p>
        </p:txBody>
      </p:sp>
      <p:sp>
        <p:nvSpPr>
          <p:cNvPr id="1528" name="">
            <a:extLst xmlns:a="http://schemas.openxmlformats.org/drawingml/2006/main">
              <a:ext uri="{FF2B5EF4-FFF2-40B4-BE49-F238E27FC236}">
                <a16:creationId xmlns:a16="http://schemas.microsoft.com/office/drawing/2014/main" id="{F2A6637B-FCF7-4DD1-A3DB-5C4F4B66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971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29" name="">
            <a:extLst xmlns:a="http://schemas.openxmlformats.org/drawingml/2006/main">
              <a:ext uri="{FF2B5EF4-FFF2-40B4-BE49-F238E27FC236}">
                <a16:creationId xmlns:a16="http://schemas.microsoft.com/office/drawing/2014/main" id="{E208518B-2044-48C9-B93D-69EF80A4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857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338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类变量/方法（static）：全类只有一份，所有对象共享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 variables/methods (static): There is only one copy for the whole class, shared by all objects</a:t>
            </a:r>
          </a:p>
        </p:txBody>
      </p:sp>
      <p:sp>
        <p:nvSpPr>
          <p:cNvPr id="1530" name="">
            <a:extLst xmlns:a="http://schemas.openxmlformats.org/drawingml/2006/main">
              <a:ext uri="{FF2B5EF4-FFF2-40B4-BE49-F238E27FC236}">
                <a16:creationId xmlns:a16="http://schemas.microsoft.com/office/drawing/2014/main" id="{DDDAA494-19D5-43C4-96BB-ABC59028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31" name="">
            <a:extLst xmlns:a="http://schemas.openxmlformats.org/drawingml/2006/main">
              <a:ext uri="{FF2B5EF4-FFF2-40B4-BE49-F238E27FC236}">
                <a16:creationId xmlns:a16="http://schemas.microsoft.com/office/drawing/2014/main" id="{E6E98135-01A1-4D41-B214-7F0C870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419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361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类方法不能操作实例变量（对象尚未创建时无实例内存）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 methods cannot operate instance variables (there is no instance memory when the object has not been created)</a:t>
            </a:r>
          </a:p>
        </p:txBody>
      </p:sp>
      <p:sp>
        <p:nvSpPr>
          <p:cNvPr id="1532" name="">
            <a:extLst xmlns:a="http://schemas.openxmlformats.org/drawingml/2006/main">
              <a:ext uri="{FF2B5EF4-FFF2-40B4-BE49-F238E27FC236}">
                <a16:creationId xmlns:a16="http://schemas.microsoft.com/office/drawing/2014/main" id="{30AAF1D1-9849-42EB-88AD-E694D553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33" name="">
            <a:extLst xmlns:a="http://schemas.openxmlformats.org/drawingml/2006/main">
              <a:ext uri="{FF2B5EF4-FFF2-40B4-BE49-F238E27FC236}">
                <a16:creationId xmlns:a16="http://schemas.microsoft.com/office/drawing/2014/main" id="{A8E2437B-E514-4EA2-9F61-45A25725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813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类方法可直接通过类名调用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 methods can be called directly through the class name</a:t>
            </a:r>
          </a:p>
        </p:txBody>
      </p:sp>
      <p:pic>
        <p:nvPicPr>
          <p:cNvPr id="15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633b98b10420c"/>
          <a:srcRect xmlns:a="http://schemas.openxmlformats.org/drawingml/2006/main" l="0" t="7" r="0" b="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572125" y="3695700"/>
            <a:ext cx="478155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1535" name="">
            <a:extLst xmlns:a="http://schemas.openxmlformats.org/drawingml/2006/main">
              <a:ext uri="{FF2B5EF4-FFF2-40B4-BE49-F238E27FC236}">
                <a16:creationId xmlns:a16="http://schemas.microsoft.com/office/drawing/2014/main" id="{E0DA5CD3-6B9B-472B-A797-69EF7FDE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648450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70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4114676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7" name="">
            <a:extLst xmlns:a="http://schemas.openxmlformats.org/drawingml/2006/main">
              <a:ext uri="{FF2B5EF4-FFF2-40B4-BE49-F238E27FC236}">
                <a16:creationId xmlns:a16="http://schemas.microsoft.com/office/drawing/2014/main" id="{3E9859EB-2CBA-4730-9124-AF08CD73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38" name="">
            <a:extLst xmlns:a="http://schemas.openxmlformats.org/drawingml/2006/main">
              <a:ext uri="{FF2B5EF4-FFF2-40B4-BE49-F238E27FC236}">
                <a16:creationId xmlns:a16="http://schemas.microsoft.com/office/drawing/2014/main" id="{6AD426FB-17D3-48E8-8871-1A646210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39" name="">
            <a:extLst xmlns:a="http://schemas.openxmlformats.org/drawingml/2006/main">
              <a:ext uri="{FF2B5EF4-FFF2-40B4-BE49-F238E27FC236}">
                <a16:creationId xmlns:a16="http://schemas.microsoft.com/office/drawing/2014/main" id="{FDE9E2A4-EC7E-4B3E-A6B6-64E2C87A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540" name="">
            <a:extLst xmlns:a="http://schemas.openxmlformats.org/drawingml/2006/main">
              <a:ext uri="{FF2B5EF4-FFF2-40B4-BE49-F238E27FC236}">
                <a16:creationId xmlns:a16="http://schemas.microsoft.com/office/drawing/2014/main" id="{899713ED-643F-4D04-BAE7-0001E7F4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§4.7</a:t>
            </a:r>
            <a:endParaRPr/>
          </a:p>
        </p:txBody>
      </p:sp>
      <p:sp>
        <p:nvSpPr>
          <p:cNvPr id="1541" name="">
            <a:extLst xmlns:a="http://schemas.openxmlformats.org/drawingml/2006/main">
              <a:ext uri="{FF2B5EF4-FFF2-40B4-BE49-F238E27FC236}">
                <a16:creationId xmlns:a16="http://schemas.microsoft.com/office/drawing/2014/main" id="{1B9AEDB0-AFB6-4551-AF78-A31F5B05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043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实例方法和类方法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Instance methods and class methods</a:t>
            </a:r>
          </a:p>
        </p:txBody>
      </p:sp>
      <p:sp>
        <p:nvSpPr>
          <p:cNvPr id="1542" name="">
            <a:extLst xmlns:a="http://schemas.openxmlformats.org/drawingml/2006/main">
              <a:ext uri="{FF2B5EF4-FFF2-40B4-BE49-F238E27FC236}">
                <a16:creationId xmlns:a16="http://schemas.microsoft.com/office/drawing/2014/main" id="{3AB7EA26-E3FC-4F25-A7FE-D9F6FAF3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3" name="">
            <a:extLst xmlns:a="http://schemas.openxmlformats.org/drawingml/2006/main">
              <a:ext uri="{FF2B5EF4-FFF2-40B4-BE49-F238E27FC236}">
                <a16:creationId xmlns:a16="http://schemas.microsoft.com/office/drawing/2014/main" id="{064DE78C-4CAF-4739-B581-4483C9F1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475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方法声明时类型前加 static 是类方法，否则是实例方法。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When a method is declared with static before the type, it is a class method, otherwise it is an instance method.</a:t>
            </a:r>
          </a:p>
        </p:txBody>
      </p:sp>
      <p:sp>
        <p:nvSpPr>
          <p:cNvPr id="1544" name="">
            <a:extLst xmlns:a="http://schemas.openxmlformats.org/drawingml/2006/main">
              <a:ext uri="{FF2B5EF4-FFF2-40B4-BE49-F238E27FC236}">
                <a16:creationId xmlns:a16="http://schemas.microsoft.com/office/drawing/2014/main" id="{58AB11CC-D8B4-4856-A804-B3315C8D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5" name="">
            <a:extLst xmlns:a="http://schemas.openxmlformats.org/drawingml/2006/main">
              <a:ext uri="{FF2B5EF4-FFF2-40B4-BE49-F238E27FC236}">
                <a16:creationId xmlns:a16="http://schemas.microsoft.com/office/drawing/2014/main" id="{EBFBCD32-2737-42B6-BB43-0C8F91DA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38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428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3 定义：不加 static 为实例方法，加 static 为类方法（静态方法）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3 Definition: If static is not added, it is an instance method, and if static is added, it is a class method (static method)</a:t>
            </a:r>
          </a:p>
        </p:txBody>
      </p:sp>
      <p:sp>
        <p:nvSpPr>
          <p:cNvPr id="1546" name="">
            <a:extLst xmlns:a="http://schemas.openxmlformats.org/drawingml/2006/main">
              <a:ext uri="{FF2B5EF4-FFF2-40B4-BE49-F238E27FC236}">
                <a16:creationId xmlns:a16="http://schemas.microsoft.com/office/drawing/2014/main" id="{F208ED07-CC7B-4A65-944F-8B11DF47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7" name="">
            <a:extLst xmlns:a="http://schemas.openxmlformats.org/drawingml/2006/main">
              <a:ext uri="{FF2B5EF4-FFF2-40B4-BE49-F238E27FC236}">
                <a16:creationId xmlns:a16="http://schemas.microsoft.com/office/drawing/2014/main" id="{69FA22FF-537C-4DE7-93A3-06653FF0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647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4 区别：对象调用实例方法时可操作实例变量与类变量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4 Difference: When an object calls instance methods, instance variables and class variables can be manipulated</a:t>
            </a:r>
          </a:p>
        </p:txBody>
      </p:sp>
      <p:sp>
        <p:nvSpPr>
          <p:cNvPr id="1548" name="">
            <a:extLst xmlns:a="http://schemas.openxmlformats.org/drawingml/2006/main">
              <a:ext uri="{FF2B5EF4-FFF2-40B4-BE49-F238E27FC236}">
                <a16:creationId xmlns:a16="http://schemas.microsoft.com/office/drawing/2014/main" id="{79289E47-78DE-45E6-A8D7-69FD1092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9" name="">
            <a:extLst xmlns:a="http://schemas.openxmlformats.org/drawingml/2006/main">
              <a:ext uri="{FF2B5EF4-FFF2-40B4-BE49-F238E27FC236}">
                <a16:creationId xmlns:a16="http://schemas.microsoft.com/office/drawing/2014/main" id="{CC6C15B6-B989-47AA-8152-84AE231D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434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类名调用类方法；类方法不能操作实例变量、不能调用实例方法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class name calls the class method; the class method cannot operate instance variables or call instance methods.</a:t>
            </a:r>
          </a:p>
        </p:txBody>
      </p:sp>
      <p:sp>
        <p:nvSpPr>
          <p:cNvPr id="1550" name="">
            <a:extLst xmlns:a="http://schemas.openxmlformats.org/drawingml/2006/main">
              <a:ext uri="{FF2B5EF4-FFF2-40B4-BE49-F238E27FC236}">
                <a16:creationId xmlns:a16="http://schemas.microsoft.com/office/drawing/2014/main" id="{FF33BE41-A525-4B28-9BC4-86C306D6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51" name="">
            <a:extLst xmlns:a="http://schemas.openxmlformats.org/drawingml/2006/main">
              <a:ext uri="{FF2B5EF4-FFF2-40B4-BE49-F238E27FC236}">
                <a16:creationId xmlns:a16="http://schemas.microsoft.com/office/drawing/2014/main" id="{78DAA841-2F7F-4135-A47C-BA443FEC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324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类方法在对象创建前即可通过类名执行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 methods can be executed through the class name before the object is created.</a:t>
            </a:r>
          </a:p>
        </p:txBody>
      </p:sp>
      <p:sp>
        <p:nvSpPr>
          <p:cNvPr id="1552" name="">
            <a:extLst xmlns:a="http://schemas.openxmlformats.org/drawingml/2006/main">
              <a:ext uri="{FF2B5EF4-FFF2-40B4-BE49-F238E27FC236}">
                <a16:creationId xmlns:a16="http://schemas.microsoft.com/office/drawing/2014/main" id="{0EEA9ED6-691B-41A9-8C3D-DA3F84C6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71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0296743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4" name="">
            <a:extLst xmlns:a="http://schemas.openxmlformats.org/drawingml/2006/main">
              <a:ext uri="{FF2B5EF4-FFF2-40B4-BE49-F238E27FC236}">
                <a16:creationId xmlns:a16="http://schemas.microsoft.com/office/drawing/2014/main" id="{DA4817EB-F2E7-43EB-B517-A665ED23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55" name="">
            <a:extLst xmlns:a="http://schemas.openxmlformats.org/drawingml/2006/main">
              <a:ext uri="{FF2B5EF4-FFF2-40B4-BE49-F238E27FC236}">
                <a16:creationId xmlns:a16="http://schemas.microsoft.com/office/drawing/2014/main" id="{76CA01A6-63C1-4DD8-9796-AFD0498F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56" name="">
            <a:extLst xmlns:a="http://schemas.openxmlformats.org/drawingml/2006/main">
              <a:ext uri="{FF2B5EF4-FFF2-40B4-BE49-F238E27FC236}">
                <a16:creationId xmlns:a16="http://schemas.microsoft.com/office/drawing/2014/main" id="{01123A03-D6C3-4A43-BD50-84C314F7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557" name="">
            <a:extLst xmlns:a="http://schemas.openxmlformats.org/drawingml/2006/main">
              <a:ext uri="{FF2B5EF4-FFF2-40B4-BE49-F238E27FC236}">
                <a16:creationId xmlns:a16="http://schemas.microsoft.com/office/drawing/2014/main" id="{3269F96C-8CBB-43D5-9ED4-7688C918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例子10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10</a:t>
            </a:r>
          </a:p>
        </p:txBody>
      </p:sp>
      <p:sp>
        <p:nvSpPr>
          <p:cNvPr id="1558" name="">
            <a:extLst xmlns:a="http://schemas.openxmlformats.org/drawingml/2006/main">
              <a:ext uri="{FF2B5EF4-FFF2-40B4-BE49-F238E27FC236}">
                <a16:creationId xmlns:a16="http://schemas.microsoft.com/office/drawing/2014/main" id="{666973A4-8D60-47E9-A294-F987019C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090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Ladder 类：梯形（共享下底）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Ladder class: trapezoid (shared bottom)</a:t>
            </a:r>
          </a:p>
        </p:txBody>
      </p:sp>
      <p:sp>
        <p:nvSpPr>
          <p:cNvPr id="1559" name="">
            <a:extLst xmlns:a="http://schemas.openxmlformats.org/drawingml/2006/main">
              <a:ext uri="{FF2B5EF4-FFF2-40B4-BE49-F238E27FC236}">
                <a16:creationId xmlns:a16="http://schemas.microsoft.com/office/drawing/2014/main" id="{44DCF908-232D-48DC-A6EF-38B73715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60" name="">
            <a:extLst xmlns:a="http://schemas.openxmlformats.org/drawingml/2006/main">
              <a:ext uri="{FF2B5EF4-FFF2-40B4-BE49-F238E27FC236}">
                <a16:creationId xmlns:a16="http://schemas.microsoft.com/office/drawing/2014/main" id="{6A3759D5-CAEE-4DA8-B1AE-64F9AB4E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Ladder.java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Ladder.java auxiliary class code</a:t>
            </a:r>
          </a:p>
        </p:txBody>
      </p:sp>
      <p:pic>
        <p:nvPicPr>
          <p:cNvPr id="15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487532a034375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972175" y="1600200"/>
            <a:ext cx="3943350" cy="4114800"/>
          </a:xfrm>
          <a:prstGeom xmlns:a="http://schemas.openxmlformats.org/drawingml/2006/main" prst="roundRect">
            <a:avLst>
              <a:gd name="adj" fmla="val 2899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562" name="">
            <a:extLst xmlns:a="http://schemas.openxmlformats.org/drawingml/2006/main">
              <a:ext uri="{FF2B5EF4-FFF2-40B4-BE49-F238E27FC236}">
                <a16:creationId xmlns:a16="http://schemas.microsoft.com/office/drawing/2014/main" id="{E7F6099C-C335-44A9-9119-AFB16E7A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72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300910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4" name="">
            <a:extLst xmlns:a="http://schemas.openxmlformats.org/drawingml/2006/main">
              <a:ext uri="{FF2B5EF4-FFF2-40B4-BE49-F238E27FC236}">
                <a16:creationId xmlns:a16="http://schemas.microsoft.com/office/drawing/2014/main" id="{C3F3AA1C-7EB4-499E-B9D2-C3802139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65" name="">
            <a:extLst xmlns:a="http://schemas.openxmlformats.org/drawingml/2006/main">
              <a:ext uri="{FF2B5EF4-FFF2-40B4-BE49-F238E27FC236}">
                <a16:creationId xmlns:a16="http://schemas.microsoft.com/office/drawing/2014/main" id="{431C8D64-D2BD-46C6-91FA-89302C52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66" name="">
            <a:extLst xmlns:a="http://schemas.openxmlformats.org/drawingml/2006/main">
              <a:ext uri="{FF2B5EF4-FFF2-40B4-BE49-F238E27FC236}">
                <a16:creationId xmlns:a16="http://schemas.microsoft.com/office/drawing/2014/main" id="{E0E86FFD-CA83-49EE-AB76-F7B8B40A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567" name="">
            <a:extLst xmlns:a="http://schemas.openxmlformats.org/drawingml/2006/main">
              <a:ext uri="{FF2B5EF4-FFF2-40B4-BE49-F238E27FC236}">
                <a16:creationId xmlns:a16="http://schemas.microsoft.com/office/drawing/2014/main" id="{D8BF33DF-D8D3-4C1F-A685-81AD8764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例子10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10</a:t>
            </a:r>
          </a:p>
        </p:txBody>
      </p:sp>
      <p:sp>
        <p:nvSpPr>
          <p:cNvPr id="1568" name="">
            <a:extLst xmlns:a="http://schemas.openxmlformats.org/drawingml/2006/main">
              <a:ext uri="{FF2B5EF4-FFF2-40B4-BE49-F238E27FC236}">
                <a16:creationId xmlns:a16="http://schemas.microsoft.com/office/drawing/2014/main" id="{E9500FC4-A6E6-4281-9DD1-B59FBAAB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梯形共享下底示例（上）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of trapezoid sharing bottom (Part 1)</a:t>
            </a:r>
          </a:p>
        </p:txBody>
      </p:sp>
      <p:sp>
        <p:nvSpPr>
          <p:cNvPr id="1569" name="">
            <a:extLst xmlns:a="http://schemas.openxmlformats.org/drawingml/2006/main">
              <a:ext uri="{FF2B5EF4-FFF2-40B4-BE49-F238E27FC236}">
                <a16:creationId xmlns:a16="http://schemas.microsoft.com/office/drawing/2014/main" id="{BF11063B-D1D1-4C66-B5FA-AB8F7C45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70" name="">
            <a:extLst xmlns:a="http://schemas.openxmlformats.org/drawingml/2006/main">
              <a:ext uri="{FF2B5EF4-FFF2-40B4-BE49-F238E27FC236}">
                <a16:creationId xmlns:a16="http://schemas.microsoft.com/office/drawing/2014/main" id="{4DDF9180-BEB5-4C67-8902-27D6F32E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79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Lader 类用 static 修饰共享下底，所有梯形对象共享该变量。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Lader class uses static to modify the shared bottom, and all ladder objects share this variable.</a:t>
            </a:r>
          </a:p>
        </p:txBody>
      </p:sp>
      <p:pic>
        <p:nvPicPr>
          <p:cNvPr id="15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a8eae00604eb4"/>
          <a:srcRect xmlns:a="http://schemas.openxmlformats.org/drawingml/2006/main" l="0" t="37" r="0" b="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781175"/>
            <a:ext cx="7591425" cy="3752850"/>
          </a:xfrm>
          <a:prstGeom xmlns:a="http://schemas.openxmlformats.org/drawingml/2006/main" prst="roundRect">
            <a:avLst>
              <a:gd name="adj" fmla="val 3046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572" name="">
            <a:extLst xmlns:a="http://schemas.openxmlformats.org/drawingml/2006/main">
              <a:ext uri="{FF2B5EF4-FFF2-40B4-BE49-F238E27FC236}">
                <a16:creationId xmlns:a16="http://schemas.microsoft.com/office/drawing/2014/main" id="{3E594531-FEE2-4B22-B7EE-BE36EB70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73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4380996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4" name="">
            <a:extLst xmlns:a="http://schemas.openxmlformats.org/drawingml/2006/main">
              <a:ext uri="{FF2B5EF4-FFF2-40B4-BE49-F238E27FC236}">
                <a16:creationId xmlns:a16="http://schemas.microsoft.com/office/drawing/2014/main" id="{488D40F8-3FA0-420C-85F9-BE1DA5E8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75" name="">
            <a:extLst xmlns:a="http://schemas.openxmlformats.org/drawingml/2006/main">
              <a:ext uri="{FF2B5EF4-FFF2-40B4-BE49-F238E27FC236}">
                <a16:creationId xmlns:a16="http://schemas.microsoft.com/office/drawing/2014/main" id="{78D8A962-D780-454F-AF61-9E731717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76" name="">
            <a:extLst xmlns:a="http://schemas.openxmlformats.org/drawingml/2006/main">
              <a:ext uri="{FF2B5EF4-FFF2-40B4-BE49-F238E27FC236}">
                <a16:creationId xmlns:a16="http://schemas.microsoft.com/office/drawing/2014/main" id="{9BC8F6A2-7F0E-4FBF-832D-4D7D8D16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577" name="">
            <a:extLst xmlns:a="http://schemas.openxmlformats.org/drawingml/2006/main">
              <a:ext uri="{FF2B5EF4-FFF2-40B4-BE49-F238E27FC236}">
                <a16:creationId xmlns:a16="http://schemas.microsoft.com/office/drawing/2014/main" id="{BB4BB820-9149-4586-A931-D4E587FF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§4.8</a:t>
            </a:r>
            <a:endParaRPr/>
          </a:p>
        </p:txBody>
      </p:sp>
      <p:sp>
        <p:nvSpPr>
          <p:cNvPr id="1578" name="">
            <a:extLst xmlns:a="http://schemas.openxmlformats.org/drawingml/2006/main">
              <a:ext uri="{FF2B5EF4-FFF2-40B4-BE49-F238E27FC236}">
                <a16:creationId xmlns:a16="http://schemas.microsoft.com/office/drawing/2014/main" id="{C9CA1CC3-B675-4A68-A404-168EDB5C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2800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方法重载与多态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Method overloading and polymorphism</a:t>
            </a:r>
          </a:p>
        </p:txBody>
      </p:sp>
      <p:sp>
        <p:nvSpPr>
          <p:cNvPr id="1579" name="">
            <a:extLst xmlns:a="http://schemas.openxmlformats.org/drawingml/2006/main">
              <a:ext uri="{FF2B5EF4-FFF2-40B4-BE49-F238E27FC236}">
                <a16:creationId xmlns:a16="http://schemas.microsoft.com/office/drawing/2014/main" id="{A47BFEB0-EE2B-4BEB-99D6-5C583281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80" name="">
            <a:extLst xmlns:a="http://schemas.openxmlformats.org/drawingml/2006/main">
              <a:ext uri="{FF2B5EF4-FFF2-40B4-BE49-F238E27FC236}">
                <a16:creationId xmlns:a16="http://schemas.microsoft.com/office/drawing/2014/main" id="{6823C1CC-E1DC-422C-A284-63FC7997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50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方法重载指同一类中有多个同名方法，但参数必须不同；是两种多态之一。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Method overloading means that there are multiple methods with the same name in the same class, but the parameters must be different; it is one of the two types of polymorphism.</a:t>
            </a:r>
          </a:p>
        </p:txBody>
      </p:sp>
      <p:sp>
        <p:nvSpPr>
          <p:cNvPr id="1581" name="">
            <a:extLst xmlns:a="http://schemas.openxmlformats.org/drawingml/2006/main">
              <a:ext uri="{FF2B5EF4-FFF2-40B4-BE49-F238E27FC236}">
                <a16:creationId xmlns:a16="http://schemas.microsoft.com/office/drawing/2014/main" id="{47D6CB46-2893-4B31-8123-F9919B70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82" name="">
            <a:extLst xmlns:a="http://schemas.openxmlformats.org/drawingml/2006/main">
              <a:ext uri="{FF2B5EF4-FFF2-40B4-BE49-F238E27FC236}">
                <a16:creationId xmlns:a16="http://schemas.microsoft.com/office/drawing/2014/main" id="{3288D634-9B1B-42C4-A258-71F9F2C7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856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重载条件：方法名相同，参数个数或类型不同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Overloading conditions: The method name is the same, but the number or type of parameters is different.</a:t>
            </a:r>
          </a:p>
        </p:txBody>
      </p:sp>
      <p:sp>
        <p:nvSpPr>
          <p:cNvPr id="1583" name="">
            <a:extLst xmlns:a="http://schemas.openxmlformats.org/drawingml/2006/main">
              <a:ext uri="{FF2B5EF4-FFF2-40B4-BE49-F238E27FC236}">
                <a16:creationId xmlns:a16="http://schemas.microsoft.com/office/drawing/2014/main" id="{2206F438-60A6-4A25-B463-561BD083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84" name="">
            <a:extLst xmlns:a="http://schemas.openxmlformats.org/drawingml/2006/main">
              <a:ext uri="{FF2B5EF4-FFF2-40B4-BE49-F238E27FC236}">
                <a16:creationId xmlns:a16="http://schemas.microsoft.com/office/drawing/2014/main" id="{1B51108F-775C-4CBD-B60C-185EFCBE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Java 两种多态：重载（Overload）与重写（Override，第 5 章）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Two types of polymorphism in Java: Overload and Override (Chapter 5)</a:t>
            </a:r>
          </a:p>
        </p:txBody>
      </p:sp>
      <p:sp>
        <p:nvSpPr>
          <p:cNvPr id="1585" name="">
            <a:extLst xmlns:a="http://schemas.openxmlformats.org/drawingml/2006/main">
              <a:ext uri="{FF2B5EF4-FFF2-40B4-BE49-F238E27FC236}">
                <a16:creationId xmlns:a16="http://schemas.microsoft.com/office/drawing/2014/main" id="{7D57A8B1-96BB-44DA-AF58-D93A20EB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86" name="">
            <a:extLst xmlns:a="http://schemas.openxmlformats.org/drawingml/2006/main">
              <a:ext uri="{FF2B5EF4-FFF2-40B4-BE49-F238E27FC236}">
                <a16:creationId xmlns:a16="http://schemas.microsoft.com/office/drawing/2014/main" id="{5888728C-DD07-4953-A769-1963BD88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215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构造方法也可重载，但不参与与非构造方法的重载比较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Constructors can also be overloaded, but they do not participate in overload comparisons with non-constructor methods.</a:t>
            </a:r>
          </a:p>
        </p:txBody>
      </p:sp>
      <p:sp>
        <p:nvSpPr>
          <p:cNvPr id="1587" name="">
            <a:extLst xmlns:a="http://schemas.openxmlformats.org/drawingml/2006/main">
              <a:ext uri="{FF2B5EF4-FFF2-40B4-BE49-F238E27FC236}">
                <a16:creationId xmlns:a16="http://schemas.microsoft.com/office/drawing/2014/main" id="{D5DA4B03-3A3F-43F8-90F9-7212B6DF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74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2516457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9" name="">
            <a:extLst xmlns:a="http://schemas.openxmlformats.org/drawingml/2006/main">
              <a:ext uri="{FF2B5EF4-FFF2-40B4-BE49-F238E27FC236}">
                <a16:creationId xmlns:a16="http://schemas.microsoft.com/office/drawing/2014/main" id="{7846F8E9-5759-42B5-B660-4FF37F00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90" name="">
            <a:extLst xmlns:a="http://schemas.openxmlformats.org/drawingml/2006/main">
              <a:ext uri="{FF2B5EF4-FFF2-40B4-BE49-F238E27FC236}">
                <a16:creationId xmlns:a16="http://schemas.microsoft.com/office/drawing/2014/main" id="{B4956F69-11D7-4530-B393-5C7A2CBC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91" name="">
            <a:extLst xmlns:a="http://schemas.openxmlformats.org/drawingml/2006/main">
              <a:ext uri="{FF2B5EF4-FFF2-40B4-BE49-F238E27FC236}">
                <a16:creationId xmlns:a16="http://schemas.microsoft.com/office/drawing/2014/main" id="{3EC32EC2-4868-443E-8E8D-F6E5A262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592" name="">
            <a:extLst xmlns:a="http://schemas.openxmlformats.org/drawingml/2006/main">
              <a:ext uri="{FF2B5EF4-FFF2-40B4-BE49-F238E27FC236}">
                <a16:creationId xmlns:a16="http://schemas.microsoft.com/office/drawing/2014/main" id="{C8C1FAF0-4EFA-4C72-8FA4-3C37169A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§4.8 例题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§4.8 Example questions</a:t>
            </a:r>
          </a:p>
        </p:txBody>
      </p:sp>
      <p:sp>
        <p:nvSpPr>
          <p:cNvPr id="1593" name="">
            <a:extLst xmlns:a="http://schemas.openxmlformats.org/drawingml/2006/main">
              <a:ext uri="{FF2B5EF4-FFF2-40B4-BE49-F238E27FC236}">
                <a16:creationId xmlns:a16="http://schemas.microsoft.com/office/drawing/2014/main" id="{C638C0DE-117D-4E4F-BFAD-F0E40A50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72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例子12：方法重载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12: Method overloading</a:t>
            </a:r>
          </a:p>
        </p:txBody>
      </p:sp>
      <p:sp>
        <p:nvSpPr>
          <p:cNvPr id="1594" name="">
            <a:extLst xmlns:a="http://schemas.openxmlformats.org/drawingml/2006/main">
              <a:ext uri="{FF2B5EF4-FFF2-40B4-BE49-F238E27FC236}">
                <a16:creationId xmlns:a16="http://schemas.microsoft.com/office/drawing/2014/main" id="{C094614C-A2CC-47DA-A088-E9E5643D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95" name="">
            <a:extLst xmlns:a="http://schemas.openxmlformats.org/drawingml/2006/main">
              <a:ext uri="{FF2B5EF4-FFF2-40B4-BE49-F238E27FC236}">
                <a16:creationId xmlns:a16="http://schemas.microsoft.com/office/drawing/2014/main" id="{5A2C34D7-F1AB-427A-8A45-7C05D2D7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例子12 的 People 类中的 hello 方法是重载方法。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hello method in the People class in Example 12 is an overloaded method.</a:t>
            </a:r>
          </a:p>
        </p:txBody>
      </p:sp>
      <p:sp>
        <p:nvSpPr>
          <p:cNvPr id="1596" name="">
            <a:extLst xmlns:a="http://schemas.openxmlformats.org/drawingml/2006/main">
              <a:ext uri="{FF2B5EF4-FFF2-40B4-BE49-F238E27FC236}">
                <a16:creationId xmlns:a16="http://schemas.microsoft.com/office/drawing/2014/main" id="{C5E96A4F-17D4-47C8-924A-04D46728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133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97" name="">
            <a:extLst xmlns:a="http://schemas.openxmlformats.org/drawingml/2006/main">
              <a:ext uri="{FF2B5EF4-FFF2-40B4-BE49-F238E27FC236}">
                <a16:creationId xmlns:a16="http://schemas.microsoft.com/office/drawing/2014/main" id="{91B4A461-EEC7-404A-B11C-A89279B0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0193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hello 方法以不同参数列表重载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hello method is overloaded with a different parameter list</a:t>
            </a:r>
          </a:p>
        </p:txBody>
      </p:sp>
      <p:sp>
        <p:nvSpPr>
          <p:cNvPr id="1598" name="">
            <a:extLst xmlns:a="http://schemas.openxmlformats.org/drawingml/2006/main">
              <a:ext uri="{FF2B5EF4-FFF2-40B4-BE49-F238E27FC236}">
                <a16:creationId xmlns:a16="http://schemas.microsoft.com/office/drawing/2014/main" id="{FEEDCA57-3661-4E8A-AFAA-5AE7D5E6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695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99" name="">
            <a:extLst xmlns:a="http://schemas.openxmlformats.org/drawingml/2006/main">
              <a:ext uri="{FF2B5EF4-FFF2-40B4-BE49-F238E27FC236}">
                <a16:creationId xmlns:a16="http://schemas.microsoft.com/office/drawing/2014/main" id="{6E40BA40-FE1E-4104-B7D0-26A5E4BF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5812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338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对象调用 hello 时按参数匹配对应方法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When the object calls hello, the corresponding method is matched according to the parameters.</a:t>
            </a:r>
          </a:p>
        </p:txBody>
      </p:sp>
      <p:sp>
        <p:nvSpPr>
          <p:cNvPr id="1600" name="">
            <a:extLst xmlns:a="http://schemas.openxmlformats.org/drawingml/2006/main">
              <a:ext uri="{FF2B5EF4-FFF2-40B4-BE49-F238E27FC236}">
                <a16:creationId xmlns:a16="http://schemas.microsoft.com/office/drawing/2014/main" id="{5D09B714-4E0B-4B67-8DD1-433B7292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257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01" name="">
            <a:extLst xmlns:a="http://schemas.openxmlformats.org/drawingml/2006/main">
              <a:ext uri="{FF2B5EF4-FFF2-40B4-BE49-F238E27FC236}">
                <a16:creationId xmlns:a16="http://schemas.microsoft.com/office/drawing/2014/main" id="{999E7DC2-6325-4DE5-B774-6800EB71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1432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重载示例见图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See the figure for overloading example</a:t>
            </a:r>
          </a:p>
        </p:txBody>
      </p:sp>
      <p:pic>
        <p:nvPicPr>
          <p:cNvPr id="16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19943df8c4c4c"/>
          <a:srcRect xmlns:a="http://schemas.openxmlformats.org/drawingml/2006/main" l="0" t="44" r="0" b="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14900" y="3857625"/>
            <a:ext cx="6096000" cy="1466850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1603" name="">
            <a:extLst xmlns:a="http://schemas.openxmlformats.org/drawingml/2006/main">
              <a:ext uri="{FF2B5EF4-FFF2-40B4-BE49-F238E27FC236}">
                <a16:creationId xmlns:a16="http://schemas.microsoft.com/office/drawing/2014/main" id="{2DDBC4E1-340A-44E4-87E2-400DBA22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75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4497983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5" name="">
            <a:extLst xmlns:a="http://schemas.openxmlformats.org/drawingml/2006/main">
              <a:ext uri="{FF2B5EF4-FFF2-40B4-BE49-F238E27FC236}">
                <a16:creationId xmlns:a16="http://schemas.microsoft.com/office/drawing/2014/main" id="{F89F4FE6-33DD-4AD5-8A32-90B0A15E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06" name="">
            <a:extLst xmlns:a="http://schemas.openxmlformats.org/drawingml/2006/main">
              <a:ext uri="{FF2B5EF4-FFF2-40B4-BE49-F238E27FC236}">
                <a16:creationId xmlns:a16="http://schemas.microsoft.com/office/drawing/2014/main" id="{B46E5F7B-348D-4C7A-A847-F9FEADA5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07" name="">
            <a:extLst xmlns:a="http://schemas.openxmlformats.org/drawingml/2006/main">
              <a:ext uri="{FF2B5EF4-FFF2-40B4-BE49-F238E27FC236}">
                <a16:creationId xmlns:a16="http://schemas.microsoft.com/office/drawing/2014/main" id="{D8C8C09F-6565-4234-B029-7C9E6F47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608" name="">
            <a:extLst xmlns:a="http://schemas.openxmlformats.org/drawingml/2006/main">
              <a:ext uri="{FF2B5EF4-FFF2-40B4-BE49-F238E27FC236}">
                <a16:creationId xmlns:a16="http://schemas.microsoft.com/office/drawing/2014/main" id="{1B90924C-46BE-488B-891C-E44CC69B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例子12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12</a:t>
            </a:r>
          </a:p>
        </p:txBody>
      </p:sp>
      <p:sp>
        <p:nvSpPr>
          <p:cNvPr id="1609" name="">
            <a:extLst xmlns:a="http://schemas.openxmlformats.org/drawingml/2006/main">
              <a:ext uri="{FF2B5EF4-FFF2-40B4-BE49-F238E27FC236}">
                <a16:creationId xmlns:a16="http://schemas.microsoft.com/office/drawing/2014/main" id="{D799C6B7-26EB-4FD0-AB91-D05CDF7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31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方法重载示例（上） （1/2）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Method overloading example (Part 1) (1/2)</a:t>
            </a:r>
          </a:p>
        </p:txBody>
      </p:sp>
      <p:sp>
        <p:nvSpPr>
          <p:cNvPr id="1610" name="">
            <a:extLst xmlns:a="http://schemas.openxmlformats.org/drawingml/2006/main">
              <a:ext uri="{FF2B5EF4-FFF2-40B4-BE49-F238E27FC236}">
                <a16:creationId xmlns:a16="http://schemas.microsoft.com/office/drawing/2014/main" id="{A8C4B3CE-74E1-47C4-B2AE-864C5282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11" name="">
            <a:extLst xmlns:a="http://schemas.openxmlformats.org/drawingml/2006/main">
              <a:ext uri="{FF2B5EF4-FFF2-40B4-BE49-F238E27FC236}">
                <a16:creationId xmlns:a16="http://schemas.microsoft.com/office/drawing/2014/main" id="{4F9473EC-3497-40E7-805F-0D6E282B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238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People 类的多个 hello 重载方法。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Multiple hello overloaded methods for the People class.</a:t>
            </a:r>
          </a:p>
        </p:txBody>
      </p:sp>
      <p:pic>
        <p:nvPicPr>
          <p:cNvPr id="16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ae0affd7840e8"/>
          <a:srcRect xmlns:a="http://schemas.openxmlformats.org/drawingml/2006/main" l="0" t="6" r="0" b="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43475" y="1600200"/>
            <a:ext cx="599122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613" name="">
            <a:extLst xmlns:a="http://schemas.openxmlformats.org/drawingml/2006/main">
              <a:ext uri="{FF2B5EF4-FFF2-40B4-BE49-F238E27FC236}">
                <a16:creationId xmlns:a16="http://schemas.microsoft.com/office/drawing/2014/main" id="{8E55EDB7-247D-406A-BA1B-1D3ACAA9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76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1827537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5" name="">
            <a:extLst xmlns:a="http://schemas.openxmlformats.org/drawingml/2006/main">
              <a:ext uri="{FF2B5EF4-FFF2-40B4-BE49-F238E27FC236}">
                <a16:creationId xmlns:a16="http://schemas.microsoft.com/office/drawing/2014/main" id="{7BCC04A8-86C0-40F1-8EFC-041742E6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16" name="">
            <a:extLst xmlns:a="http://schemas.openxmlformats.org/drawingml/2006/main">
              <a:ext uri="{FF2B5EF4-FFF2-40B4-BE49-F238E27FC236}">
                <a16:creationId xmlns:a16="http://schemas.microsoft.com/office/drawing/2014/main" id="{1031B4FA-98EB-466F-A997-AA24CFB6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17" name="">
            <a:extLst xmlns:a="http://schemas.openxmlformats.org/drawingml/2006/main">
              <a:ext uri="{FF2B5EF4-FFF2-40B4-BE49-F238E27FC236}">
                <a16:creationId xmlns:a16="http://schemas.microsoft.com/office/drawing/2014/main" id="{6C8E9A73-2C72-4B5F-84C6-ACAA68E8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618" name="">
            <a:extLst xmlns:a="http://schemas.openxmlformats.org/drawingml/2006/main">
              <a:ext uri="{FF2B5EF4-FFF2-40B4-BE49-F238E27FC236}">
                <a16:creationId xmlns:a16="http://schemas.microsoft.com/office/drawing/2014/main" id="{CC3D06FE-332F-48EA-9BFE-6778153E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例子12（续）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12 (continued)</a:t>
            </a:r>
          </a:p>
        </p:txBody>
      </p:sp>
      <p:sp>
        <p:nvSpPr>
          <p:cNvPr id="1619" name="">
            <a:extLst xmlns:a="http://schemas.openxmlformats.org/drawingml/2006/main">
              <a:ext uri="{FF2B5EF4-FFF2-40B4-BE49-F238E27FC236}">
                <a16:creationId xmlns:a16="http://schemas.microsoft.com/office/drawing/2014/main" id="{CDD71A04-06C5-466D-9532-C82850DA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31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方法重载示例（上） （2/2）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Method overloading example (Part 1) (2/2)</a:t>
            </a:r>
          </a:p>
        </p:txBody>
      </p:sp>
      <p:sp>
        <p:nvSpPr>
          <p:cNvPr id="1620" name="">
            <a:extLst xmlns:a="http://schemas.openxmlformats.org/drawingml/2006/main">
              <a:ext uri="{FF2B5EF4-FFF2-40B4-BE49-F238E27FC236}">
                <a16:creationId xmlns:a16="http://schemas.microsoft.com/office/drawing/2014/main" id="{551D29B3-9F1B-4369-9702-A33F32BB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21" name="">
            <a:extLst xmlns:a="http://schemas.openxmlformats.org/drawingml/2006/main">
              <a:ext uri="{FF2B5EF4-FFF2-40B4-BE49-F238E27FC236}">
                <a16:creationId xmlns:a16="http://schemas.microsoft.com/office/drawing/2014/main" id="{CA126A62-8AA4-470F-A202-2297038E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2 页代码卡（共 2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2 Code Cards (2 pages total)</a:t>
            </a:r>
          </a:p>
        </p:txBody>
      </p:sp>
      <p:pic>
        <p:nvPicPr>
          <p:cNvPr id="16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638eae13f42af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905000"/>
            <a:ext cx="7591425" cy="3495675"/>
          </a:xfrm>
          <a:prstGeom xmlns:a="http://schemas.openxmlformats.org/drawingml/2006/main" prst="roundRect">
            <a:avLst>
              <a:gd name="adj" fmla="val 3270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623" name="">
            <a:extLst xmlns:a="http://schemas.openxmlformats.org/drawingml/2006/main">
              <a:ext uri="{FF2B5EF4-FFF2-40B4-BE49-F238E27FC236}">
                <a16:creationId xmlns:a16="http://schemas.microsoft.com/office/drawing/2014/main" id="{81A6CE81-7F37-4166-A398-CF307B89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77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2336644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5" name="">
            <a:extLst xmlns:a="http://schemas.openxmlformats.org/drawingml/2006/main">
              <a:ext uri="{FF2B5EF4-FFF2-40B4-BE49-F238E27FC236}">
                <a16:creationId xmlns:a16="http://schemas.microsoft.com/office/drawing/2014/main" id="{8DB22CF9-7381-4CB1-B23B-D5D6449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26" name="">
            <a:extLst xmlns:a="http://schemas.openxmlformats.org/drawingml/2006/main">
              <a:ext uri="{FF2B5EF4-FFF2-40B4-BE49-F238E27FC236}">
                <a16:creationId xmlns:a16="http://schemas.microsoft.com/office/drawing/2014/main" id="{A82643F8-502C-4E16-80C6-1F56C188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27" name="">
            <a:extLst xmlns:a="http://schemas.openxmlformats.org/drawingml/2006/main">
              <a:ext uri="{FF2B5EF4-FFF2-40B4-BE49-F238E27FC236}">
                <a16:creationId xmlns:a16="http://schemas.microsoft.com/office/drawing/2014/main" id="{756A8667-4FE6-4956-9DBE-D85E57F5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628" name="">
            <a:extLst xmlns:a="http://schemas.openxmlformats.org/drawingml/2006/main">
              <a:ext uri="{FF2B5EF4-FFF2-40B4-BE49-F238E27FC236}">
                <a16:creationId xmlns:a16="http://schemas.microsoft.com/office/drawing/2014/main" id="{FB18E413-0CE1-4577-8711-660E7F85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§4.8 例题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§4.8 Example questions</a:t>
            </a:r>
          </a:p>
        </p:txBody>
      </p:sp>
      <p:sp>
        <p:nvSpPr>
          <p:cNvPr id="1629" name="">
            <a:extLst xmlns:a="http://schemas.openxmlformats.org/drawingml/2006/main">
              <a:ext uri="{FF2B5EF4-FFF2-40B4-BE49-F238E27FC236}">
                <a16:creationId xmlns:a16="http://schemas.microsoft.com/office/drawing/2014/main" id="{489C6BC7-6707-4ED8-A28E-1AE92E2E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72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例子13：方法重载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13: Method overloading</a:t>
            </a:r>
          </a:p>
        </p:txBody>
      </p:sp>
      <p:sp>
        <p:nvSpPr>
          <p:cNvPr id="1630" name="">
            <a:extLst xmlns:a="http://schemas.openxmlformats.org/drawingml/2006/main">
              <a:ext uri="{FF2B5EF4-FFF2-40B4-BE49-F238E27FC236}">
                <a16:creationId xmlns:a16="http://schemas.microsoft.com/office/drawing/2014/main" id="{B3BEF329-EF3B-429D-9F36-E455AEB9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31" name="">
            <a:extLst xmlns:a="http://schemas.openxmlformats.org/drawingml/2006/main">
              <a:ext uri="{FF2B5EF4-FFF2-40B4-BE49-F238E27FC236}">
                <a16:creationId xmlns:a16="http://schemas.microsoft.com/office/drawing/2014/main" id="{EAB1A778-0351-4D30-81CC-BB600414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例子13 的 Student 类（Student.java、Circle.java、Tixing.java、Example4_13.java）中的 computerArea 方法是重载方法。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computerArea method in the Student class (Student.java, Circle.java, Tixing.java, Example4_13.java) in Example 13 is an overloaded method.</a:t>
            </a:r>
          </a:p>
        </p:txBody>
      </p:sp>
      <p:sp>
        <p:nvSpPr>
          <p:cNvPr id="1632" name="">
            <a:extLst xmlns:a="http://schemas.openxmlformats.org/drawingml/2006/main">
              <a:ext uri="{FF2B5EF4-FFF2-40B4-BE49-F238E27FC236}">
                <a16:creationId xmlns:a16="http://schemas.microsoft.com/office/drawing/2014/main" id="{E4C33849-89CE-4F25-B247-864333E1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33" name="">
            <a:extLst xmlns:a="http://schemas.openxmlformats.org/drawingml/2006/main">
              <a:ext uri="{FF2B5EF4-FFF2-40B4-BE49-F238E27FC236}">
                <a16:creationId xmlns:a16="http://schemas.microsoft.com/office/drawing/2014/main" id="{A2D7239A-8CA5-4307-828A-6128551F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computerArea 针对不同图形重载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computerArea overloaded for different graphics</a:t>
            </a:r>
          </a:p>
        </p:txBody>
      </p:sp>
      <p:sp>
        <p:nvSpPr>
          <p:cNvPr id="1634" name="">
            <a:extLst xmlns:a="http://schemas.openxmlformats.org/drawingml/2006/main">
              <a:ext uri="{FF2B5EF4-FFF2-40B4-BE49-F238E27FC236}">
                <a16:creationId xmlns:a16="http://schemas.microsoft.com/office/drawing/2014/main" id="{D6EB4B88-59B6-411A-8806-BAF96BC8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35" name="">
            <a:extLst xmlns:a="http://schemas.openxmlformats.org/drawingml/2006/main">
              <a:ext uri="{FF2B5EF4-FFF2-40B4-BE49-F238E27FC236}">
                <a16:creationId xmlns:a16="http://schemas.microsoft.com/office/drawing/2014/main" id="{7A32715C-D65C-4830-8C6A-66FAE086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程序运行效果如图 4.27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running effect of the program is shown in Figure 4.27</a:t>
            </a:r>
          </a:p>
        </p:txBody>
      </p:sp>
      <p:sp>
        <p:nvSpPr>
          <p:cNvPr id="1636" name="">
            <a:extLst xmlns:a="http://schemas.openxmlformats.org/drawingml/2006/main">
              <a:ext uri="{FF2B5EF4-FFF2-40B4-BE49-F238E27FC236}">
                <a16:creationId xmlns:a16="http://schemas.microsoft.com/office/drawing/2014/main" id="{9CE6E476-2EF1-4BF0-895D-CB84D30E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78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1537951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8" name="">
            <a:extLst xmlns:a="http://schemas.openxmlformats.org/drawingml/2006/main">
              <a:ext uri="{FF2B5EF4-FFF2-40B4-BE49-F238E27FC236}">
                <a16:creationId xmlns:a16="http://schemas.microsoft.com/office/drawing/2014/main" id="{911F29FC-035A-4FBB-8F0E-FB577F73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39" name="">
            <a:extLst xmlns:a="http://schemas.openxmlformats.org/drawingml/2006/main">
              <a:ext uri="{FF2B5EF4-FFF2-40B4-BE49-F238E27FC236}">
                <a16:creationId xmlns:a16="http://schemas.microsoft.com/office/drawing/2014/main" id="{B91B779B-19F2-4F84-AEF6-F5E4DEFF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40" name="">
            <a:extLst xmlns:a="http://schemas.openxmlformats.org/drawingml/2006/main">
              <a:ext uri="{FF2B5EF4-FFF2-40B4-BE49-F238E27FC236}">
                <a16:creationId xmlns:a16="http://schemas.microsoft.com/office/drawing/2014/main" id="{CC41D68A-4EAB-4753-B282-079DD3C8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641" name="">
            <a:extLst xmlns:a="http://schemas.openxmlformats.org/drawingml/2006/main">
              <a:ext uri="{FF2B5EF4-FFF2-40B4-BE49-F238E27FC236}">
                <a16:creationId xmlns:a16="http://schemas.microsoft.com/office/drawing/2014/main" id="{1B85E59E-0D0F-4FCA-9DAE-D9781C93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例子13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13</a:t>
            </a:r>
          </a:p>
        </p:txBody>
      </p:sp>
      <p:sp>
        <p:nvSpPr>
          <p:cNvPr id="1642" name="">
            <a:extLst xmlns:a="http://schemas.openxmlformats.org/drawingml/2006/main">
              <a:ext uri="{FF2B5EF4-FFF2-40B4-BE49-F238E27FC236}">
                <a16:creationId xmlns:a16="http://schemas.microsoft.com/office/drawing/2014/main" id="{28994C6B-E5A9-4ABD-B784-BBBD963E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Circle 类：圆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Circle class: circle</a:t>
            </a:r>
          </a:p>
        </p:txBody>
      </p:sp>
      <p:sp>
        <p:nvSpPr>
          <p:cNvPr id="1643" name="">
            <a:extLst xmlns:a="http://schemas.openxmlformats.org/drawingml/2006/main">
              <a:ext uri="{FF2B5EF4-FFF2-40B4-BE49-F238E27FC236}">
                <a16:creationId xmlns:a16="http://schemas.microsoft.com/office/drawing/2014/main" id="{A6116923-41DE-409A-9FFE-90409095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44" name="">
            <a:extLst xmlns:a="http://schemas.openxmlformats.org/drawingml/2006/main">
              <a:ext uri="{FF2B5EF4-FFF2-40B4-BE49-F238E27FC236}">
                <a16:creationId xmlns:a16="http://schemas.microsoft.com/office/drawing/2014/main" id="{0C0F29C2-057A-4BC2-B65C-05424344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Circle.java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Circle.java auxiliary class code</a:t>
            </a:r>
          </a:p>
        </p:txBody>
      </p:sp>
      <p:pic>
        <p:nvPicPr>
          <p:cNvPr id="16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97a1a8e3c472d"/>
          <a:srcRect xmlns:a="http://schemas.openxmlformats.org/drawingml/2006/main" l="0" t="39" r="0" b="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24475" y="1600200"/>
            <a:ext cx="52387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646" name="">
            <a:extLst xmlns:a="http://schemas.openxmlformats.org/drawingml/2006/main">
              <a:ext uri="{FF2B5EF4-FFF2-40B4-BE49-F238E27FC236}">
                <a16:creationId xmlns:a16="http://schemas.microsoft.com/office/drawing/2014/main" id="{54B93F7C-8A8E-4A74-9ACB-90A3D07B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79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90343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3" name="">
            <a:extLst xmlns:a="http://schemas.openxmlformats.org/drawingml/2006/main">
              <a:ext uri="{FF2B5EF4-FFF2-40B4-BE49-F238E27FC236}">
                <a16:creationId xmlns:a16="http://schemas.microsoft.com/office/drawing/2014/main" id="{65CD2762-19F2-4F85-9825-BA8D89C2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64" name="">
            <a:extLst xmlns:a="http://schemas.openxmlformats.org/drawingml/2006/main">
              <a:ext uri="{FF2B5EF4-FFF2-40B4-BE49-F238E27FC236}">
                <a16:creationId xmlns:a16="http://schemas.microsoft.com/office/drawing/2014/main" id="{3F2E19F0-0E89-4858-B7BB-F6ECCA31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65" name="">
            <a:extLst xmlns:a="http://schemas.openxmlformats.org/drawingml/2006/main">
              <a:ext uri="{FF2B5EF4-FFF2-40B4-BE49-F238E27FC236}">
                <a16:creationId xmlns:a16="http://schemas.microsoft.com/office/drawing/2014/main" id="{4DFA878C-30D0-4B1D-AB49-7C6D7738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666" name="">
            <a:extLst xmlns:a="http://schemas.openxmlformats.org/drawingml/2006/main">
              <a:ext uri="{FF2B5EF4-FFF2-40B4-BE49-F238E27FC236}">
                <a16:creationId xmlns:a16="http://schemas.microsoft.com/office/drawing/2014/main" id="{D1FD970E-3FA5-410A-B42E-154BF3B9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例子13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13</a:t>
            </a:r>
          </a:p>
        </p:txBody>
      </p:sp>
      <p:sp>
        <p:nvSpPr>
          <p:cNvPr id="1667" name="">
            <a:extLst xmlns:a="http://schemas.openxmlformats.org/drawingml/2006/main">
              <a:ext uri="{FF2B5EF4-FFF2-40B4-BE49-F238E27FC236}">
                <a16:creationId xmlns:a16="http://schemas.microsoft.com/office/drawing/2014/main" id="{E88AA10B-6333-4C4A-BF69-45D9200D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Student 类：学生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Student class: student</a:t>
            </a:r>
          </a:p>
        </p:txBody>
      </p:sp>
      <p:sp>
        <p:nvSpPr>
          <p:cNvPr id="1668" name="">
            <a:extLst xmlns:a="http://schemas.openxmlformats.org/drawingml/2006/main">
              <a:ext uri="{FF2B5EF4-FFF2-40B4-BE49-F238E27FC236}">
                <a16:creationId xmlns:a16="http://schemas.microsoft.com/office/drawing/2014/main" id="{6854EDD9-3731-4C41-A0D3-310FC1C6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69" name="">
            <a:extLst xmlns:a="http://schemas.openxmlformats.org/drawingml/2006/main">
              <a:ext uri="{FF2B5EF4-FFF2-40B4-BE49-F238E27FC236}">
                <a16:creationId xmlns:a16="http://schemas.microsoft.com/office/drawing/2014/main" id="{8933F151-B37F-4050-8C3F-2E938E95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Student.java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Student.java auxiliary class code</a:t>
            </a:r>
          </a:p>
        </p:txBody>
      </p:sp>
      <p:pic>
        <p:nvPicPr>
          <p:cNvPr id="16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7fd5858444c96"/>
          <a:srcRect xmlns:a="http://schemas.openxmlformats.org/drawingml/2006/main" l="40" t="0" r="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00650" y="1600200"/>
            <a:ext cx="548640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671" name="">
            <a:extLst xmlns:a="http://schemas.openxmlformats.org/drawingml/2006/main">
              <a:ext uri="{FF2B5EF4-FFF2-40B4-BE49-F238E27FC236}">
                <a16:creationId xmlns:a16="http://schemas.microsoft.com/office/drawing/2014/main" id="{41D7AB62-AD9A-4C3F-BC42-E059CB4D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80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31694727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3" name="">
            <a:extLst xmlns:a="http://schemas.openxmlformats.org/drawingml/2006/main">
              <a:ext uri="{FF2B5EF4-FFF2-40B4-BE49-F238E27FC236}">
                <a16:creationId xmlns:a16="http://schemas.microsoft.com/office/drawing/2014/main" id="{04292A74-6AC9-42BB-997C-3A4A40C6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74" name="">
            <a:extLst xmlns:a="http://schemas.openxmlformats.org/drawingml/2006/main">
              <a:ext uri="{FF2B5EF4-FFF2-40B4-BE49-F238E27FC236}">
                <a16:creationId xmlns:a16="http://schemas.microsoft.com/office/drawing/2014/main" id="{58DB351E-CFC5-4CA1-BEEA-597B4FE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75" name="">
            <a:extLst xmlns:a="http://schemas.openxmlformats.org/drawingml/2006/main">
              <a:ext uri="{FF2B5EF4-FFF2-40B4-BE49-F238E27FC236}">
                <a16:creationId xmlns:a16="http://schemas.microsoft.com/office/drawing/2014/main" id="{EE1C6362-CF52-4D80-A980-27FCDF56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676" name="">
            <a:extLst xmlns:a="http://schemas.openxmlformats.org/drawingml/2006/main">
              <a:ext uri="{FF2B5EF4-FFF2-40B4-BE49-F238E27FC236}">
                <a16:creationId xmlns:a16="http://schemas.microsoft.com/office/drawing/2014/main" id="{025DDF8F-A25A-4D7B-9444-096C5E9F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例子13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13</a:t>
            </a:r>
          </a:p>
        </p:txBody>
      </p:sp>
      <p:sp>
        <p:nvSpPr>
          <p:cNvPr id="1677" name="">
            <a:extLst xmlns:a="http://schemas.openxmlformats.org/drawingml/2006/main">
              <a:ext uri="{FF2B5EF4-FFF2-40B4-BE49-F238E27FC236}">
                <a16:creationId xmlns:a16="http://schemas.microsoft.com/office/drawing/2014/main" id="{82E59252-EBBD-43F8-A5F6-893F2D96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Tixing 类：梯形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Tixing class: trapezoid</a:t>
            </a:r>
          </a:p>
        </p:txBody>
      </p:sp>
      <p:sp>
        <p:nvSpPr>
          <p:cNvPr id="1678" name="">
            <a:extLst xmlns:a="http://schemas.openxmlformats.org/drawingml/2006/main">
              <a:ext uri="{FF2B5EF4-FFF2-40B4-BE49-F238E27FC236}">
                <a16:creationId xmlns:a16="http://schemas.microsoft.com/office/drawing/2014/main" id="{7C31EA91-2189-4644-9E11-4A62B24F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79" name="">
            <a:extLst xmlns:a="http://schemas.openxmlformats.org/drawingml/2006/main">
              <a:ext uri="{FF2B5EF4-FFF2-40B4-BE49-F238E27FC236}">
                <a16:creationId xmlns:a16="http://schemas.microsoft.com/office/drawing/2014/main" id="{CF21BB45-ADFF-477B-86D3-6FE1A7C4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Tixing.java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Tixing.java auxiliary class code</a:t>
            </a:r>
          </a:p>
        </p:txBody>
      </p:sp>
      <p:pic>
        <p:nvPicPr>
          <p:cNvPr id="16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b4cbe9a554fb2"/>
          <a:srcRect xmlns:a="http://schemas.openxmlformats.org/drawingml/2006/main" l="0" t="4" r="0" b="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95875" y="1600200"/>
            <a:ext cx="56959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681" name="">
            <a:extLst xmlns:a="http://schemas.openxmlformats.org/drawingml/2006/main">
              <a:ext uri="{FF2B5EF4-FFF2-40B4-BE49-F238E27FC236}">
                <a16:creationId xmlns:a16="http://schemas.microsoft.com/office/drawing/2014/main" id="{0400894B-460F-408C-A6BB-D0583C41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81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42924806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3" name="">
            <a:extLst xmlns:a="http://schemas.openxmlformats.org/drawingml/2006/main">
              <a:ext uri="{FF2B5EF4-FFF2-40B4-BE49-F238E27FC236}">
                <a16:creationId xmlns:a16="http://schemas.microsoft.com/office/drawing/2014/main" id="{2E218FEC-B864-4375-8AF1-E84CA0D9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84" name="">
            <a:extLst xmlns:a="http://schemas.openxmlformats.org/drawingml/2006/main">
              <a:ext uri="{FF2B5EF4-FFF2-40B4-BE49-F238E27FC236}">
                <a16:creationId xmlns:a16="http://schemas.microsoft.com/office/drawing/2014/main" id="{64E123C8-5F45-45D7-BD9E-306CFE7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85" name="">
            <a:extLst xmlns:a="http://schemas.openxmlformats.org/drawingml/2006/main">
              <a:ext uri="{FF2B5EF4-FFF2-40B4-BE49-F238E27FC236}">
                <a16:creationId xmlns:a16="http://schemas.microsoft.com/office/drawing/2014/main" id="{1450097F-C465-4230-84E2-9F4923E0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686" name="">
            <a:extLst xmlns:a="http://schemas.openxmlformats.org/drawingml/2006/main">
              <a:ext uri="{FF2B5EF4-FFF2-40B4-BE49-F238E27FC236}">
                <a16:creationId xmlns:a16="http://schemas.microsoft.com/office/drawing/2014/main" id="{EF18C6A0-B220-448D-91AC-497A339A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例子13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13</a:t>
            </a:r>
          </a:p>
        </p:txBody>
      </p:sp>
      <p:sp>
        <p:nvSpPr>
          <p:cNvPr id="1687" name="">
            <a:extLst xmlns:a="http://schemas.openxmlformats.org/drawingml/2006/main">
              <a:ext uri="{FF2B5EF4-FFF2-40B4-BE49-F238E27FC236}">
                <a16:creationId xmlns:a16="http://schemas.microsoft.com/office/drawing/2014/main" id="{396F1536-C2DD-4AF9-85FD-F8B97CE9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方法重载示例（一）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Method overloading example (1)</a:t>
            </a:r>
          </a:p>
        </p:txBody>
      </p:sp>
      <p:sp>
        <p:nvSpPr>
          <p:cNvPr id="1688" name="">
            <a:extLst xmlns:a="http://schemas.openxmlformats.org/drawingml/2006/main">
              <a:ext uri="{FF2B5EF4-FFF2-40B4-BE49-F238E27FC236}">
                <a16:creationId xmlns:a16="http://schemas.microsoft.com/office/drawing/2014/main" id="{B13BE460-CE1B-4553-A274-AC27005F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89" name="">
            <a:extLst xmlns:a="http://schemas.openxmlformats.org/drawingml/2006/main">
              <a:ext uri="{FF2B5EF4-FFF2-40B4-BE49-F238E27FC236}">
                <a16:creationId xmlns:a16="http://schemas.microsoft.com/office/drawing/2014/main" id="{BB1376D0-808A-434B-A020-E67C4E50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Student 类中 computerArea 重载。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computerArea overloaded in Student class.</a:t>
            </a:r>
          </a:p>
        </p:txBody>
      </p:sp>
      <p:pic>
        <p:nvPicPr>
          <p:cNvPr id="17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65cd715b74034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48250" y="1600200"/>
            <a:ext cx="578167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691" name="">
            <a:extLst xmlns:a="http://schemas.openxmlformats.org/drawingml/2006/main">
              <a:ext uri="{FF2B5EF4-FFF2-40B4-BE49-F238E27FC236}">
                <a16:creationId xmlns:a16="http://schemas.microsoft.com/office/drawing/2014/main" id="{9F8425CC-7B2E-4451-87EA-B661D675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82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9366321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93" name="">
            <a:extLst xmlns:a="http://schemas.openxmlformats.org/drawingml/2006/main">
              <a:ext uri="{FF2B5EF4-FFF2-40B4-BE49-F238E27FC236}">
                <a16:creationId xmlns:a16="http://schemas.microsoft.com/office/drawing/2014/main" id="{71ABA5DE-85D2-41B8-BD1A-4844ADE2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94" name="">
            <a:extLst xmlns:a="http://schemas.openxmlformats.org/drawingml/2006/main">
              <a:ext uri="{FF2B5EF4-FFF2-40B4-BE49-F238E27FC236}">
                <a16:creationId xmlns:a16="http://schemas.microsoft.com/office/drawing/2014/main" id="{2F5BB82E-B3A9-4275-B8D3-DF6E3A75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95" name="">
            <a:extLst xmlns:a="http://schemas.openxmlformats.org/drawingml/2006/main">
              <a:ext uri="{FF2B5EF4-FFF2-40B4-BE49-F238E27FC236}">
                <a16:creationId xmlns:a16="http://schemas.microsoft.com/office/drawing/2014/main" id="{7824547A-659B-49D0-AAC6-63527C2C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696" name="">
            <a:extLst xmlns:a="http://schemas.openxmlformats.org/drawingml/2006/main">
              <a:ext uri="{FF2B5EF4-FFF2-40B4-BE49-F238E27FC236}">
                <a16:creationId xmlns:a16="http://schemas.microsoft.com/office/drawing/2014/main" id="{481DA449-CAFD-4A95-9057-5CED5572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§4.x 运行效果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§4.x Operation effect</a:t>
            </a:r>
          </a:p>
        </p:txBody>
      </p:sp>
      <p:sp>
        <p:nvSpPr>
          <p:cNvPr id="1697" name="">
            <a:extLst xmlns:a="http://schemas.openxmlformats.org/drawingml/2006/main">
              <a:ext uri="{FF2B5EF4-FFF2-40B4-BE49-F238E27FC236}">
                <a16:creationId xmlns:a16="http://schemas.microsoft.com/office/drawing/2014/main" id="{FFEB532F-ECBD-44AB-9DFD-0FA504E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462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例子13 运行效果（图4.27）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13 Operation effect (Figure 4.27)</a:t>
            </a:r>
          </a:p>
        </p:txBody>
      </p:sp>
      <p:sp>
        <p:nvSpPr>
          <p:cNvPr id="1698" name="">
            <a:extLst xmlns:a="http://schemas.openxmlformats.org/drawingml/2006/main">
              <a:ext uri="{FF2B5EF4-FFF2-40B4-BE49-F238E27FC236}">
                <a16:creationId xmlns:a16="http://schemas.microsoft.com/office/drawing/2014/main" id="{DCFFD621-47BE-41C6-8CB0-7CF26D08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99" name="">
            <a:extLst xmlns:a="http://schemas.openxmlformats.org/drawingml/2006/main">
              <a:ext uri="{FF2B5EF4-FFF2-40B4-BE49-F238E27FC236}">
                <a16:creationId xmlns:a16="http://schemas.microsoft.com/office/drawing/2014/main" id="{63F0609E-9C2B-40DC-87D2-E04D937C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运行效果图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Operation renderings</a:t>
            </a:r>
          </a:p>
        </p:txBody>
      </p:sp>
      <p:pic>
        <p:nvPicPr>
          <p:cNvPr id="17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a6049106b4d55"/>
          <a:srcRect xmlns:a="http://schemas.openxmlformats.org/drawingml/2006/main" l="47" t="0" r="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343400" y="2266950"/>
            <a:ext cx="7239000" cy="29718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1701" name="">
            <a:extLst xmlns:a="http://schemas.openxmlformats.org/drawingml/2006/main">
              <a:ext uri="{FF2B5EF4-FFF2-40B4-BE49-F238E27FC236}">
                <a16:creationId xmlns:a16="http://schemas.microsoft.com/office/drawing/2014/main" id="{8E1D16D0-F24D-47CF-9455-F25D8702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83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03162314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3" name="">
            <a:extLst xmlns:a="http://schemas.openxmlformats.org/drawingml/2006/main">
              <a:ext uri="{FF2B5EF4-FFF2-40B4-BE49-F238E27FC236}">
                <a16:creationId xmlns:a16="http://schemas.microsoft.com/office/drawing/2014/main" id="{460B1C48-BEB2-41C6-A9CC-1447AFFE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04" name="">
            <a:extLst xmlns:a="http://schemas.openxmlformats.org/drawingml/2006/main">
              <a:ext uri="{FF2B5EF4-FFF2-40B4-BE49-F238E27FC236}">
                <a16:creationId xmlns:a16="http://schemas.microsoft.com/office/drawing/2014/main" id="{59F760B0-3575-4DA7-9EA3-0C256028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05" name="">
            <a:extLst xmlns:a="http://schemas.openxmlformats.org/drawingml/2006/main">
              <a:ext uri="{FF2B5EF4-FFF2-40B4-BE49-F238E27FC236}">
                <a16:creationId xmlns:a16="http://schemas.microsoft.com/office/drawing/2014/main" id="{2D1BC4D3-5D68-496E-B328-E77A193A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706" name="">
            <a:extLst xmlns:a="http://schemas.openxmlformats.org/drawingml/2006/main">
              <a:ext uri="{FF2B5EF4-FFF2-40B4-BE49-F238E27FC236}">
                <a16:creationId xmlns:a16="http://schemas.microsoft.com/office/drawing/2014/main" id="{68C473A1-C584-4F73-AA27-5FAB7942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§4.9</a:t>
            </a:r>
            <a:endParaRPr/>
          </a:p>
        </p:txBody>
      </p:sp>
      <p:sp>
        <p:nvSpPr>
          <p:cNvPr id="1707" name="">
            <a:extLst xmlns:a="http://schemas.openxmlformats.org/drawingml/2006/main">
              <a:ext uri="{FF2B5EF4-FFF2-40B4-BE49-F238E27FC236}">
                <a16:creationId xmlns:a16="http://schemas.microsoft.com/office/drawing/2014/main" id="{90F85814-7680-462A-8B22-1091B243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this 关键字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this keyword</a:t>
            </a:r>
          </a:p>
        </p:txBody>
      </p:sp>
      <p:sp>
        <p:nvSpPr>
          <p:cNvPr id="1708" name="">
            <a:extLst xmlns:a="http://schemas.openxmlformats.org/drawingml/2006/main">
              <a:ext uri="{FF2B5EF4-FFF2-40B4-BE49-F238E27FC236}">
                <a16:creationId xmlns:a16="http://schemas.microsoft.com/office/drawing/2014/main" id="{291FF178-1935-4EC6-A71F-CCA23E90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09" name="">
            <a:extLst xmlns:a="http://schemas.openxmlformats.org/drawingml/2006/main">
              <a:ext uri="{FF2B5EF4-FFF2-40B4-BE49-F238E27FC236}">
                <a16:creationId xmlns:a16="http://schemas.microsoft.com/office/drawing/2014/main" id="{FEA2973E-D575-44C2-90A9-741BE17B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this 是 Java 的关键字，表示“某个对象”，类似于自然语言中的代词。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this is a keyword in Java that means "some object", similar to pronouns in natural language.</a:t>
            </a:r>
          </a:p>
        </p:txBody>
      </p:sp>
      <p:sp>
        <p:nvSpPr>
          <p:cNvPr id="1710" name="">
            <a:extLst xmlns:a="http://schemas.openxmlformats.org/drawingml/2006/main">
              <a:ext uri="{FF2B5EF4-FFF2-40B4-BE49-F238E27FC236}">
                <a16:creationId xmlns:a16="http://schemas.microsoft.com/office/drawing/2014/main" id="{037A7EE1-FF94-45AA-AE34-9DBCB00D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11" name="">
            <a:extLst xmlns:a="http://schemas.openxmlformats.org/drawingml/2006/main">
              <a:ext uri="{FF2B5EF4-FFF2-40B4-BE49-F238E27FC236}">
                <a16:creationId xmlns:a16="http://schemas.microsoft.com/office/drawing/2014/main" id="{433249F8-02B1-4983-AF54-F8A26785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自然语言用代词（他/它/This）在上下文中指代具体对象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Natural language uses pronouns (he/it/this) to refer to specific objects in context</a:t>
            </a:r>
          </a:p>
        </p:txBody>
      </p:sp>
      <p:sp>
        <p:nvSpPr>
          <p:cNvPr id="1712" name="">
            <a:extLst xmlns:a="http://schemas.openxmlformats.org/drawingml/2006/main">
              <a:ext uri="{FF2B5EF4-FFF2-40B4-BE49-F238E27FC236}">
                <a16:creationId xmlns:a16="http://schemas.microsoft.com/office/drawing/2014/main" id="{2F556929-1313-451F-A7A1-B92C95BE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13" name="">
            <a:extLst xmlns:a="http://schemas.openxmlformats.org/drawingml/2006/main">
              <a:ext uri="{FF2B5EF4-FFF2-40B4-BE49-F238E27FC236}">
                <a16:creationId xmlns:a16="http://schemas.microsoft.com/office/drawing/2014/main" id="{F236F7BF-6AEC-490D-9C9D-FAD836AC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Java 也用关键字 this 在上下文中指代当前对象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Java also uses the keyword this to refer to the current object in the context</a:t>
            </a:r>
          </a:p>
        </p:txBody>
      </p:sp>
      <p:sp>
        <p:nvSpPr>
          <p:cNvPr id="1714" name="">
            <a:extLst xmlns:a="http://schemas.openxmlformats.org/drawingml/2006/main">
              <a:ext uri="{FF2B5EF4-FFF2-40B4-BE49-F238E27FC236}">
                <a16:creationId xmlns:a16="http://schemas.microsoft.com/office/drawing/2014/main" id="{9666BC3B-EB9C-4108-8D0C-FD49E521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15" name="">
            <a:extLst xmlns:a="http://schemas.openxmlformats.org/drawingml/2006/main">
              <a:ext uri="{FF2B5EF4-FFF2-40B4-BE49-F238E27FC236}">
                <a16:creationId xmlns:a16="http://schemas.microsoft.com/office/drawing/2014/main" id="{E48876BE-E22B-4143-AAC2-720AC561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this 可以出现在实例方法和构造方法中，不可出现在类方法中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this can appear in instance methods and constructors, but cannot appear in class methods</a:t>
            </a:r>
          </a:p>
        </p:txBody>
      </p:sp>
      <p:sp>
        <p:nvSpPr>
          <p:cNvPr id="1716" name="">
            <a:extLst xmlns:a="http://schemas.openxmlformats.org/drawingml/2006/main">
              <a:ext uri="{FF2B5EF4-FFF2-40B4-BE49-F238E27FC236}">
                <a16:creationId xmlns:a16="http://schemas.microsoft.com/office/drawing/2014/main" id="{04239174-5C02-430E-96DE-2B878E7A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84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6584376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8" name="">
            <a:extLst xmlns:a="http://schemas.openxmlformats.org/drawingml/2006/main">
              <a:ext uri="{FF2B5EF4-FFF2-40B4-BE49-F238E27FC236}">
                <a16:creationId xmlns:a16="http://schemas.microsoft.com/office/drawing/2014/main" id="{C471211C-FF51-4BD0-981C-AC9A95D4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19" name="">
            <a:extLst xmlns:a="http://schemas.openxmlformats.org/drawingml/2006/main">
              <a:ext uri="{FF2B5EF4-FFF2-40B4-BE49-F238E27FC236}">
                <a16:creationId xmlns:a16="http://schemas.microsoft.com/office/drawing/2014/main" id="{8261DD55-2A0B-4A52-8678-3E019B3C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20" name="">
            <a:extLst xmlns:a="http://schemas.openxmlformats.org/drawingml/2006/main">
              <a:ext uri="{FF2B5EF4-FFF2-40B4-BE49-F238E27FC236}">
                <a16:creationId xmlns:a16="http://schemas.microsoft.com/office/drawing/2014/main" id="{BC124939-D1EE-46B3-ABC2-4AB5136C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721" name="">
            <a:extLst xmlns:a="http://schemas.openxmlformats.org/drawingml/2006/main">
              <a:ext uri="{FF2B5EF4-FFF2-40B4-BE49-F238E27FC236}">
                <a16:creationId xmlns:a16="http://schemas.microsoft.com/office/drawing/2014/main" id="{4C3F23E8-A0F6-49FD-9C77-B0FFE03B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§4.9</a:t>
            </a:r>
            <a:endParaRPr/>
          </a:p>
        </p:txBody>
      </p:sp>
      <p:sp>
        <p:nvSpPr>
          <p:cNvPr id="1722" name="">
            <a:extLst xmlns:a="http://schemas.openxmlformats.org/drawingml/2006/main">
              <a:ext uri="{FF2B5EF4-FFF2-40B4-BE49-F238E27FC236}">
                <a16:creationId xmlns:a16="http://schemas.microsoft.com/office/drawing/2014/main" id="{17D44539-5109-4C48-B133-50C1623A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this 的使用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use of this</a:t>
            </a:r>
          </a:p>
        </p:txBody>
      </p:sp>
      <p:sp>
        <p:nvSpPr>
          <p:cNvPr id="1723" name="">
            <a:extLst xmlns:a="http://schemas.openxmlformats.org/drawingml/2006/main">
              <a:ext uri="{FF2B5EF4-FFF2-40B4-BE49-F238E27FC236}">
                <a16:creationId xmlns:a16="http://schemas.microsoft.com/office/drawing/2014/main" id="{A60CDCFD-7EC0-4B6F-95C2-7A6F6B05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24" name="">
            <a:extLst xmlns:a="http://schemas.openxmlformats.org/drawingml/2006/main">
              <a:ext uri="{FF2B5EF4-FFF2-40B4-BE49-F238E27FC236}">
                <a16:creationId xmlns:a16="http://schemas.microsoft.com/office/drawing/2014/main" id="{4A4D9E85-CF1A-4AA7-968A-09D65823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653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this 在构造方法中代表所创建的对象；在实例方法中代表正在调用该方法的当前对象。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This represents the created object in the constructor; in the instance method it represents the current object on which the method is being called.</a:t>
            </a:r>
          </a:p>
        </p:txBody>
      </p:sp>
      <p:sp>
        <p:nvSpPr>
          <p:cNvPr id="1725" name="">
            <a:extLst xmlns:a="http://schemas.openxmlformats.org/drawingml/2006/main">
              <a:ext uri="{FF2B5EF4-FFF2-40B4-BE49-F238E27FC236}">
                <a16:creationId xmlns:a16="http://schemas.microsoft.com/office/drawing/2014/main" id="{9DA0FC54-A6FE-47C3-991F-7210A6FD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26" name="">
            <a:extLst xmlns:a="http://schemas.openxmlformats.org/drawingml/2006/main">
              <a:ext uri="{FF2B5EF4-FFF2-40B4-BE49-F238E27FC236}">
                <a16:creationId xmlns:a16="http://schemas.microsoft.com/office/drawing/2014/main" id="{78612C69-8DAE-4B0D-9C9C-5DAD10C1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38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this 出现在构造方法中：代表用该构造方法创建的对象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this appears in the constructor: represents the object created with this constructor</a:t>
            </a:r>
          </a:p>
        </p:txBody>
      </p:sp>
      <p:sp>
        <p:nvSpPr>
          <p:cNvPr id="1727" name="">
            <a:extLst xmlns:a="http://schemas.openxmlformats.org/drawingml/2006/main">
              <a:ext uri="{FF2B5EF4-FFF2-40B4-BE49-F238E27FC236}">
                <a16:creationId xmlns:a16="http://schemas.microsoft.com/office/drawing/2014/main" id="{AAFBDDFC-D5C8-4CAA-B52F-E0F534CE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28" name="">
            <a:extLst xmlns:a="http://schemas.openxmlformats.org/drawingml/2006/main">
              <a:ext uri="{FF2B5EF4-FFF2-40B4-BE49-F238E27FC236}">
                <a16:creationId xmlns:a16="http://schemas.microsoft.com/office/drawing/2014/main" id="{38EB25EC-F978-4DAA-9CA8-87CFC883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118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this 出现在实例方法中：代表正在调用方法的当前对象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this appears in instance methods: represents the current object on which the method is being called</a:t>
            </a:r>
          </a:p>
        </p:txBody>
      </p:sp>
      <p:sp>
        <p:nvSpPr>
          <p:cNvPr id="1729" name="">
            <a:extLst xmlns:a="http://schemas.openxmlformats.org/drawingml/2006/main">
              <a:ext uri="{FF2B5EF4-FFF2-40B4-BE49-F238E27FC236}">
                <a16:creationId xmlns:a16="http://schemas.microsoft.com/office/drawing/2014/main" id="{5F183CBB-34AB-49DD-BBE8-EF15AFC7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30" name="">
            <a:extLst xmlns:a="http://schemas.openxmlformats.org/drawingml/2006/main">
              <a:ext uri="{FF2B5EF4-FFF2-40B4-BE49-F238E27FC236}">
                <a16:creationId xmlns:a16="http://schemas.microsoft.com/office/drawing/2014/main" id="{2B6B289D-C0BF-4586-B9FC-B85E8568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实例方法中 this.成员变量 默认格式调用成员变量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This. member variable in instance method calls member variable in default format</a:t>
            </a:r>
          </a:p>
        </p:txBody>
      </p:sp>
      <p:sp>
        <p:nvSpPr>
          <p:cNvPr id="1731" name="">
            <a:extLst xmlns:a="http://schemas.openxmlformats.org/drawingml/2006/main">
              <a:ext uri="{FF2B5EF4-FFF2-40B4-BE49-F238E27FC236}">
                <a16:creationId xmlns:a16="http://schemas.microsoft.com/office/drawing/2014/main" id="{66AE8F2A-B9BB-4B51-B5D5-9A9A86D5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32" name="">
            <a:extLst xmlns:a="http://schemas.openxmlformats.org/drawingml/2006/main">
              <a:ext uri="{FF2B5EF4-FFF2-40B4-BE49-F238E27FC236}">
                <a16:creationId xmlns:a16="http://schemas.microsoft.com/office/drawing/2014/main" id="{9065E738-9521-4B9E-AE33-D5891D16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324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433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static 成员变量默认用 类名.成员变量；实例方法只能由对象调用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By default, static member variables use classname.member variable; instance methods can only be called by objects.</a:t>
            </a:r>
          </a:p>
        </p:txBody>
      </p:sp>
      <p:sp>
        <p:nvSpPr>
          <p:cNvPr id="1733" name="">
            <a:extLst xmlns:a="http://schemas.openxmlformats.org/drawingml/2006/main">
              <a:ext uri="{FF2B5EF4-FFF2-40B4-BE49-F238E27FC236}">
                <a16:creationId xmlns:a16="http://schemas.microsoft.com/office/drawing/2014/main" id="{89FA5D1A-6681-40A6-B9FD-5AE40FD0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85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00809324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35" name="">
            <a:extLst xmlns:a="http://schemas.openxmlformats.org/drawingml/2006/main">
              <a:ext uri="{FF2B5EF4-FFF2-40B4-BE49-F238E27FC236}">
                <a16:creationId xmlns:a16="http://schemas.microsoft.com/office/drawing/2014/main" id="{C1960860-A3C6-4549-91D6-D0F4D214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36" name="">
            <a:extLst xmlns:a="http://schemas.openxmlformats.org/drawingml/2006/main">
              <a:ext uri="{FF2B5EF4-FFF2-40B4-BE49-F238E27FC236}">
                <a16:creationId xmlns:a16="http://schemas.microsoft.com/office/drawing/2014/main" id="{C6649A6E-8C51-4098-8EE5-B20C0C09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37" name="">
            <a:extLst xmlns:a="http://schemas.openxmlformats.org/drawingml/2006/main">
              <a:ext uri="{FF2B5EF4-FFF2-40B4-BE49-F238E27FC236}">
                <a16:creationId xmlns:a16="http://schemas.microsoft.com/office/drawing/2014/main" id="{9CDCB84A-3C09-4237-8B2D-572EFDC8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738" name="">
            <a:extLst xmlns:a="http://schemas.openxmlformats.org/drawingml/2006/main">
              <a:ext uri="{FF2B5EF4-FFF2-40B4-BE49-F238E27FC236}">
                <a16:creationId xmlns:a16="http://schemas.microsoft.com/office/drawing/2014/main" id="{B2A65998-707B-4F6F-AF1B-C97D7105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例子14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14</a:t>
            </a:r>
          </a:p>
        </p:txBody>
      </p:sp>
      <p:sp>
        <p:nvSpPr>
          <p:cNvPr id="1739" name="">
            <a:extLst xmlns:a="http://schemas.openxmlformats.org/drawingml/2006/main">
              <a:ext uri="{FF2B5EF4-FFF2-40B4-BE49-F238E27FC236}">
                <a16:creationId xmlns:a16="http://schemas.microsoft.com/office/drawing/2014/main" id="{3AC12924-0C53-4FF3-90C6-228BA1CE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this 关键字示例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this keyword example</a:t>
            </a:r>
          </a:p>
        </p:txBody>
      </p:sp>
      <p:sp>
        <p:nvSpPr>
          <p:cNvPr id="1740" name="">
            <a:extLst xmlns:a="http://schemas.openxmlformats.org/drawingml/2006/main">
              <a:ext uri="{FF2B5EF4-FFF2-40B4-BE49-F238E27FC236}">
                <a16:creationId xmlns:a16="http://schemas.microsoft.com/office/drawing/2014/main" id="{E98DA209-B704-4D95-B72B-020A1B5D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41" name="">
            <a:extLst xmlns:a="http://schemas.openxmlformats.org/drawingml/2006/main">
              <a:ext uri="{FF2B5EF4-FFF2-40B4-BE49-F238E27FC236}">
                <a16:creationId xmlns:a16="http://schemas.microsoft.com/office/drawing/2014/main" id="{5075A6A2-55A9-4679-ADCD-2BC1D7C5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People 类的构造方法中使用 this 指代所创建的对象。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constructor of the People class uses this to refer to the object being created.</a:t>
            </a:r>
          </a:p>
        </p:txBody>
      </p:sp>
      <p:pic>
        <p:nvPicPr>
          <p:cNvPr id="17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4377747824bbb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724025"/>
            <a:ext cx="7591425" cy="3867150"/>
          </a:xfrm>
          <a:prstGeom xmlns:a="http://schemas.openxmlformats.org/drawingml/2006/main" prst="roundRect">
            <a:avLst>
              <a:gd name="adj" fmla="val 2956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743" name="">
            <a:extLst xmlns:a="http://schemas.openxmlformats.org/drawingml/2006/main">
              <a:ext uri="{FF2B5EF4-FFF2-40B4-BE49-F238E27FC236}">
                <a16:creationId xmlns:a16="http://schemas.microsoft.com/office/drawing/2014/main" id="{D55001AD-5D5A-4804-A58F-3224005F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86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2198501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5" name="">
            <a:extLst xmlns:a="http://schemas.openxmlformats.org/drawingml/2006/main">
              <a:ext uri="{FF2B5EF4-FFF2-40B4-BE49-F238E27FC236}">
                <a16:creationId xmlns:a16="http://schemas.microsoft.com/office/drawing/2014/main" id="{2D893BC5-B37C-45EE-8A32-83C93769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46" name="">
            <a:extLst xmlns:a="http://schemas.openxmlformats.org/drawingml/2006/main">
              <a:ext uri="{FF2B5EF4-FFF2-40B4-BE49-F238E27FC236}">
                <a16:creationId xmlns:a16="http://schemas.microsoft.com/office/drawing/2014/main" id="{446CAB0E-0EF0-4B5B-875D-C40B1BF1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47" name="">
            <a:extLst xmlns:a="http://schemas.openxmlformats.org/drawingml/2006/main">
              <a:ext uri="{FF2B5EF4-FFF2-40B4-BE49-F238E27FC236}">
                <a16:creationId xmlns:a16="http://schemas.microsoft.com/office/drawing/2014/main" id="{65961E87-5129-49EB-A30F-98482AF9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748" name="">
            <a:extLst xmlns:a="http://schemas.openxmlformats.org/drawingml/2006/main">
              <a:ext uri="{FF2B5EF4-FFF2-40B4-BE49-F238E27FC236}">
                <a16:creationId xmlns:a16="http://schemas.microsoft.com/office/drawing/2014/main" id="{B955A304-A813-4D57-BED0-01F105D4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§4.10</a:t>
            </a:r>
            <a:endParaRPr/>
          </a:p>
        </p:txBody>
      </p:sp>
      <p:sp>
        <p:nvSpPr>
          <p:cNvPr id="1749" name="">
            <a:extLst xmlns:a="http://schemas.openxmlformats.org/drawingml/2006/main">
              <a:ext uri="{FF2B5EF4-FFF2-40B4-BE49-F238E27FC236}">
                <a16:creationId xmlns:a16="http://schemas.microsoft.com/office/drawing/2014/main" id="{F1F28086-6A73-4C9E-A28D-9037E606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包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Bag</a:t>
            </a:r>
          </a:p>
        </p:txBody>
      </p:sp>
      <p:sp>
        <p:nvSpPr>
          <p:cNvPr id="1750" name="">
            <a:extLst xmlns:a="http://schemas.openxmlformats.org/drawingml/2006/main">
              <a:ext uri="{FF2B5EF4-FFF2-40B4-BE49-F238E27FC236}">
                <a16:creationId xmlns:a16="http://schemas.microsoft.com/office/drawing/2014/main" id="{947D9897-64C0-4DC1-809F-12478261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51" name="">
            <a:extLst xmlns:a="http://schemas.openxmlformats.org/drawingml/2006/main">
              <a:ext uri="{FF2B5EF4-FFF2-40B4-BE49-F238E27FC236}">
                <a16:creationId xmlns:a16="http://schemas.microsoft.com/office/drawing/2014/main" id="{F34DCF0E-2A92-4DC3-B2DF-789EBC2E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581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包是 Java 有效管理类的机制，用以区分名字相同的类。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Packages are Java's mechanism for efficiently managing classes to distinguish classes with the same name.</a:t>
            </a:r>
          </a:p>
        </p:txBody>
      </p:sp>
      <p:sp>
        <p:nvSpPr>
          <p:cNvPr id="1752" name="">
            <a:extLst xmlns:a="http://schemas.openxmlformats.org/drawingml/2006/main">
              <a:ext uri="{FF2B5EF4-FFF2-40B4-BE49-F238E27FC236}">
                <a16:creationId xmlns:a16="http://schemas.microsoft.com/office/drawing/2014/main" id="{4DDD18B6-F475-49CC-ACC7-3E696930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53" name="">
            <a:extLst xmlns:a="http://schemas.openxmlformats.org/drawingml/2006/main">
              <a:ext uri="{FF2B5EF4-FFF2-40B4-BE49-F238E27FC236}">
                <a16:creationId xmlns:a16="http://schemas.microsoft.com/office/drawing/2014/main" id="{2A2C4CD4-FB8B-4099-9C5E-AD5ACD9B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包名目的是有效区分名字相同的类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purpose of package names is to effectively distinguish classes with the same name.</a:t>
            </a:r>
          </a:p>
        </p:txBody>
      </p:sp>
      <p:sp>
        <p:nvSpPr>
          <p:cNvPr id="1754" name="">
            <a:extLst xmlns:a="http://schemas.openxmlformats.org/drawingml/2006/main">
              <a:ext uri="{FF2B5EF4-FFF2-40B4-BE49-F238E27FC236}">
                <a16:creationId xmlns:a16="http://schemas.microsoft.com/office/drawing/2014/main" id="{B89E16CD-3729-4166-8834-C25F8181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55" name="">
            <a:extLst xmlns:a="http://schemas.openxmlformats.org/drawingml/2006/main">
              <a:ext uri="{FF2B5EF4-FFF2-40B4-BE49-F238E27FC236}">
                <a16:creationId xmlns:a16="http://schemas.microsoft.com/office/drawing/2014/main" id="{0701CFBA-C7C2-4996-A215-33B71AE8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953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不同源文件中两个同名类可通过隶属不同的包来相互区分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Two classes with the same name in different source files can be distinguished from each other by belonging to different packages.</a:t>
            </a:r>
          </a:p>
        </p:txBody>
      </p:sp>
      <p:sp>
        <p:nvSpPr>
          <p:cNvPr id="1756" name="">
            <a:extLst xmlns:a="http://schemas.openxmlformats.org/drawingml/2006/main">
              <a:ext uri="{FF2B5EF4-FFF2-40B4-BE49-F238E27FC236}">
                <a16:creationId xmlns:a16="http://schemas.microsoft.com/office/drawing/2014/main" id="{11A2E27E-0C2C-43A0-8CDD-C9FAE2D9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87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9087555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8" name="">
            <a:extLst xmlns:a="http://schemas.openxmlformats.org/drawingml/2006/main">
              <a:ext uri="{FF2B5EF4-FFF2-40B4-BE49-F238E27FC236}">
                <a16:creationId xmlns:a16="http://schemas.microsoft.com/office/drawing/2014/main" id="{5743A56F-DAF6-4F68-98FE-B471BB7A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59" name="">
            <a:extLst xmlns:a="http://schemas.openxmlformats.org/drawingml/2006/main">
              <a:ext uri="{FF2B5EF4-FFF2-40B4-BE49-F238E27FC236}">
                <a16:creationId xmlns:a16="http://schemas.microsoft.com/office/drawing/2014/main" id="{46D624FD-EB65-4989-B48F-C754A948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60" name="">
            <a:extLst xmlns:a="http://schemas.openxmlformats.org/drawingml/2006/main">
              <a:ext uri="{FF2B5EF4-FFF2-40B4-BE49-F238E27FC236}">
                <a16:creationId xmlns:a16="http://schemas.microsoft.com/office/drawing/2014/main" id="{7BCA2F7E-452C-4A23-BBC1-DEBFCAC9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761" name="">
            <a:extLst xmlns:a="http://schemas.openxmlformats.org/drawingml/2006/main">
              <a:ext uri="{FF2B5EF4-FFF2-40B4-BE49-F238E27FC236}">
                <a16:creationId xmlns:a16="http://schemas.microsoft.com/office/drawing/2014/main" id="{68865BA5-7BA7-40A3-BA8A-96D982B0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§4.10.1</a:t>
            </a:r>
            <a:endParaRPr/>
          </a:p>
        </p:txBody>
      </p:sp>
      <p:sp>
        <p:nvSpPr>
          <p:cNvPr id="1762" name="">
            <a:extLst xmlns:a="http://schemas.openxmlformats.org/drawingml/2006/main">
              <a:ext uri="{FF2B5EF4-FFF2-40B4-BE49-F238E27FC236}">
                <a16:creationId xmlns:a16="http://schemas.microsoft.com/office/drawing/2014/main" id="{33DED403-6FBF-4854-BF81-36F96081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包语句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package statement</a:t>
            </a:r>
          </a:p>
        </p:txBody>
      </p:sp>
      <p:sp>
        <p:nvSpPr>
          <p:cNvPr id="1763" name="">
            <a:extLst xmlns:a="http://schemas.openxmlformats.org/drawingml/2006/main">
              <a:ext uri="{FF2B5EF4-FFF2-40B4-BE49-F238E27FC236}">
                <a16:creationId xmlns:a16="http://schemas.microsoft.com/office/drawing/2014/main" id="{03934227-0FF4-4F59-892B-7152A284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64" name="">
            <a:extLst xmlns:a="http://schemas.openxmlformats.org/drawingml/2006/main">
              <a:ext uri="{FF2B5EF4-FFF2-40B4-BE49-F238E27FC236}">
                <a16:creationId xmlns:a16="http://schemas.microsoft.com/office/drawing/2014/main" id="{5ECCD529-0BA9-4BAD-9DC4-6464F277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通过 package 关键字声明包语句，为源文件中的类指定包名。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Use the package keyword to declare a package statement and specify the package name for the class in the source file.</a:t>
            </a:r>
          </a:p>
        </p:txBody>
      </p:sp>
      <p:sp>
        <p:nvSpPr>
          <p:cNvPr id="1765" name="">
            <a:extLst xmlns:a="http://schemas.openxmlformats.org/drawingml/2006/main">
              <a:ext uri="{FF2B5EF4-FFF2-40B4-BE49-F238E27FC236}">
                <a16:creationId xmlns:a16="http://schemas.microsoft.com/office/drawing/2014/main" id="{71AFBCB1-06A5-4F52-8A01-90D16FF0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66" name="">
            <a:extLst xmlns:a="http://schemas.openxmlformats.org/drawingml/2006/main">
              <a:ext uri="{FF2B5EF4-FFF2-40B4-BE49-F238E27FC236}">
                <a16:creationId xmlns:a16="http://schemas.microsoft.com/office/drawing/2014/main" id="{E71B9ACC-0389-4019-A388-850BBEC5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38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格式：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package 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包名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;</a:t>
            </a:r>
            <a:endParaRPr/>
          </a:p>
        </p:txBody>
      </p:sp>
      <p:sp>
        <p:nvSpPr>
          <p:cNvPr id="1767" name="">
            <a:extLst xmlns:a="http://schemas.openxmlformats.org/drawingml/2006/main">
              <a:ext uri="{FF2B5EF4-FFF2-40B4-BE49-F238E27FC236}">
                <a16:creationId xmlns:a16="http://schemas.microsoft.com/office/drawing/2014/main" id="{AEDDFA27-676D-4AD5-9EDE-E19CC0B3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68" name="">
            <a:extLst xmlns:a="http://schemas.openxmlformats.org/drawingml/2006/main">
              <a:ext uri="{FF2B5EF4-FFF2-40B4-BE49-F238E27FC236}">
                <a16:creationId xmlns:a16="http://schemas.microsoft.com/office/drawing/2014/main" id="{BCE1C50F-A0B5-4B67-AB09-FDC0875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351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必须是 Java 源文件的第一条语句；源程序中最多一个包语句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Must be the first statement in the Java source file; there can be at most one package statement in the source program</a:t>
            </a:r>
          </a:p>
        </p:txBody>
      </p:sp>
      <p:sp>
        <p:nvSpPr>
          <p:cNvPr id="1769" name="">
            <a:extLst xmlns:a="http://schemas.openxmlformats.org/drawingml/2006/main">
              <a:ext uri="{FF2B5EF4-FFF2-40B4-BE49-F238E27FC236}">
                <a16:creationId xmlns:a16="http://schemas.microsoft.com/office/drawing/2014/main" id="{55DF71F2-05FE-44D8-98EE-89C0222D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70" name="">
            <a:extLst xmlns:a="http://schemas.openxmlformats.org/drawingml/2006/main">
              <a:ext uri="{FF2B5EF4-FFF2-40B4-BE49-F238E27FC236}">
                <a16:creationId xmlns:a16="http://schemas.microsoft.com/office/drawing/2014/main" id="{8968004B-490D-45B1-A4B6-B8A2D68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50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省略 package 则类属于无名包（同目录即同包，但无包名）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If package is omitted, the class belongs to an unnamed package (the same directory means the same package, but no package name)</a:t>
            </a:r>
          </a:p>
        </p:txBody>
      </p:sp>
      <p:sp>
        <p:nvSpPr>
          <p:cNvPr id="1771" name="">
            <a:extLst xmlns:a="http://schemas.openxmlformats.org/drawingml/2006/main">
              <a:ext uri="{FF2B5EF4-FFF2-40B4-BE49-F238E27FC236}">
                <a16:creationId xmlns:a16="http://schemas.microsoft.com/office/drawing/2014/main" id="{497B09E6-D053-4EC8-88EB-C93073D6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72" name="">
            <a:extLst xmlns:a="http://schemas.openxmlformats.org/drawingml/2006/main">
              <a:ext uri="{FF2B5EF4-FFF2-40B4-BE49-F238E27FC236}">
                <a16:creationId xmlns:a16="http://schemas.microsoft.com/office/drawing/2014/main" id="{83AA278E-6C51-4301-89A4-D7031F52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324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946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包名可为合法标识符，或由若干标识符加“.”分隔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package name can be a legal identifier, or it can be composed of several identifiers separated by "."</a:t>
            </a:r>
          </a:p>
        </p:txBody>
      </p:sp>
      <p:sp>
        <p:nvSpPr>
          <p:cNvPr id="1773" name="">
            <a:extLst xmlns:a="http://schemas.openxmlformats.org/drawingml/2006/main">
              <a:ext uri="{FF2B5EF4-FFF2-40B4-BE49-F238E27FC236}">
                <a16:creationId xmlns:a16="http://schemas.microsoft.com/office/drawing/2014/main" id="{065D36CF-5B5A-40C2-8BDC-5C9510A7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88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4067008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5" name="">
            <a:extLst xmlns:a="http://schemas.openxmlformats.org/drawingml/2006/main">
              <a:ext uri="{FF2B5EF4-FFF2-40B4-BE49-F238E27FC236}">
                <a16:creationId xmlns:a16="http://schemas.microsoft.com/office/drawing/2014/main" id="{59176B3F-2801-4845-B16B-AAFF27C8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76" name="">
            <a:extLst xmlns:a="http://schemas.openxmlformats.org/drawingml/2006/main">
              <a:ext uri="{FF2B5EF4-FFF2-40B4-BE49-F238E27FC236}">
                <a16:creationId xmlns:a16="http://schemas.microsoft.com/office/drawing/2014/main" id="{EFBEE6CA-CF5C-41E5-9006-A7EC830C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77" name="">
            <a:extLst xmlns:a="http://schemas.openxmlformats.org/drawingml/2006/main">
              <a:ext uri="{FF2B5EF4-FFF2-40B4-BE49-F238E27FC236}">
                <a16:creationId xmlns:a16="http://schemas.microsoft.com/office/drawing/2014/main" id="{115CFD75-2347-4D40-8B5A-80DBA9AC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778" name="">
            <a:extLst xmlns:a="http://schemas.openxmlformats.org/drawingml/2006/main">
              <a:ext uri="{FF2B5EF4-FFF2-40B4-BE49-F238E27FC236}">
                <a16:creationId xmlns:a16="http://schemas.microsoft.com/office/drawing/2014/main" id="{50A9D325-E152-4648-B4A4-CEFD179E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§4.10.2</a:t>
            </a:r>
            <a:endParaRPr/>
          </a:p>
        </p:txBody>
      </p:sp>
      <p:sp>
        <p:nvSpPr>
          <p:cNvPr id="1779" name="">
            <a:extLst xmlns:a="http://schemas.openxmlformats.org/drawingml/2006/main">
              <a:ext uri="{FF2B5EF4-FFF2-40B4-BE49-F238E27FC236}">
                <a16:creationId xmlns:a16="http://schemas.microsoft.com/office/drawing/2014/main" id="{332904DF-137B-40BF-AC2D-57750F1A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026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有包名的类的存储目录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Storage directory for classes with package names</a:t>
            </a:r>
          </a:p>
        </p:txBody>
      </p:sp>
      <p:sp>
        <p:nvSpPr>
          <p:cNvPr id="1780" name="">
            <a:extLst xmlns:a="http://schemas.openxmlformats.org/drawingml/2006/main">
              <a:ext uri="{FF2B5EF4-FFF2-40B4-BE49-F238E27FC236}">
                <a16:creationId xmlns:a16="http://schemas.microsoft.com/office/drawing/2014/main" id="{CAC53707-8348-41FA-971D-95A40779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81" name="">
            <a:extLst xmlns:a="http://schemas.openxmlformats.org/drawingml/2006/main">
              <a:ext uri="{FF2B5EF4-FFF2-40B4-BE49-F238E27FC236}">
                <a16:creationId xmlns:a16="http://schemas.microsoft.com/office/drawing/2014/main" id="{54EECBED-0452-4841-8117-6E2F5B09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使用包语句后，存储文件的目录结构必须包含与包名对应的层级。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After using the package statement, the directory structure in which the files are stored must contain a level corresponding to the package name.</a:t>
            </a:r>
          </a:p>
        </p:txBody>
      </p:sp>
      <p:sp>
        <p:nvSpPr>
          <p:cNvPr id="1782" name="">
            <a:extLst xmlns:a="http://schemas.openxmlformats.org/drawingml/2006/main">
              <a:ext uri="{FF2B5EF4-FFF2-40B4-BE49-F238E27FC236}">
                <a16:creationId xmlns:a16="http://schemas.microsoft.com/office/drawing/2014/main" id="{1A88D1EA-CA8B-4D38-8989-939AF3E9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83" name="">
            <a:extLst xmlns:a="http://schemas.openxmlformats.org/drawingml/2006/main">
              <a:ext uri="{FF2B5EF4-FFF2-40B4-BE49-F238E27FC236}">
                <a16:creationId xmlns:a16="http://schemas.microsoft.com/office/drawing/2014/main" id="{C08AF44D-2CB9-48E2-9AA8-F8E4D2FD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如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 package tom.jiafei; 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对应目录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 …\tom\jiafei</a:t>
            </a:r>
            <a:endParaRPr/>
          </a:p>
        </p:txBody>
      </p:sp>
      <p:sp>
        <p:nvSpPr>
          <p:cNvPr id="1784" name="">
            <a:extLst xmlns:a="http://schemas.openxmlformats.org/drawingml/2006/main">
              <a:ext uri="{FF2B5EF4-FFF2-40B4-BE49-F238E27FC236}">
                <a16:creationId xmlns:a16="http://schemas.microsoft.com/office/drawing/2014/main" id="{3A9D4857-6732-4B54-BA0A-D4232E4A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85" name="">
            <a:extLst xmlns:a="http://schemas.openxmlformats.org/drawingml/2006/main">
              <a:ext uri="{FF2B5EF4-FFF2-40B4-BE49-F238E27FC236}">
                <a16:creationId xmlns:a16="http://schemas.microsoft.com/office/drawing/2014/main" id="{D263B5E4-3544-436C-8335-24C1B99E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字节码文件须保存在该目录中（源文件可任意存放）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bytecode files must be saved in this directory (the source files can be stored arbitrarily)</a:t>
            </a:r>
          </a:p>
        </p:txBody>
      </p:sp>
      <p:sp>
        <p:nvSpPr>
          <p:cNvPr id="1786" name="">
            <a:extLst xmlns:a="http://schemas.openxmlformats.org/drawingml/2006/main">
              <a:ext uri="{FF2B5EF4-FFF2-40B4-BE49-F238E27FC236}">
                <a16:creationId xmlns:a16="http://schemas.microsoft.com/office/drawing/2014/main" id="{0A1DF44D-A2B6-4C17-A494-ECF9CACB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87" name="">
            <a:extLst xmlns:a="http://schemas.openxmlformats.org/drawingml/2006/main">
              <a:ext uri="{FF2B5EF4-FFF2-40B4-BE49-F238E27FC236}">
                <a16:creationId xmlns:a16="http://schemas.microsoft.com/office/drawing/2014/main" id="{A262D6A5-ECEE-46F1-A658-BC705C75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596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编译：C:\1000&gt; javac tom\jiafei\源文件（字节码默认存入对应目录）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Compile: C:\1000&gt; javac tom\jiafei\source file (the bytecode is stored in the corresponding directory by default)</a:t>
            </a:r>
          </a:p>
        </p:txBody>
      </p:sp>
      <p:sp>
        <p:nvSpPr>
          <p:cNvPr id="1788" name="">
            <a:extLst xmlns:a="http://schemas.openxmlformats.org/drawingml/2006/main">
              <a:ext uri="{FF2B5EF4-FFF2-40B4-BE49-F238E27FC236}">
                <a16:creationId xmlns:a16="http://schemas.microsoft.com/office/drawing/2014/main" id="{6E2A8CB0-5573-4368-90B4-56D5A251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89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0819630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0" name="">
            <a:extLst xmlns:a="http://schemas.openxmlformats.org/drawingml/2006/main">
              <a:ext uri="{FF2B5EF4-FFF2-40B4-BE49-F238E27FC236}">
                <a16:creationId xmlns:a16="http://schemas.microsoft.com/office/drawing/2014/main" id="{900BB985-F3C9-4609-8538-49FC4C68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01" name="">
            <a:extLst xmlns:a="http://schemas.openxmlformats.org/drawingml/2006/main">
              <a:ext uri="{FF2B5EF4-FFF2-40B4-BE49-F238E27FC236}">
                <a16:creationId xmlns:a16="http://schemas.microsoft.com/office/drawing/2014/main" id="{F671FA9B-A4FC-4591-B894-BD1E5FB5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02" name="">
            <a:extLst xmlns:a="http://schemas.openxmlformats.org/drawingml/2006/main">
              <a:ext uri="{FF2B5EF4-FFF2-40B4-BE49-F238E27FC236}">
                <a16:creationId xmlns:a16="http://schemas.microsoft.com/office/drawing/2014/main" id="{14001A40-0590-49D4-8DE4-2FDA8BDE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803" name="">
            <a:extLst xmlns:a="http://schemas.openxmlformats.org/drawingml/2006/main">
              <a:ext uri="{FF2B5EF4-FFF2-40B4-BE49-F238E27FC236}">
                <a16:creationId xmlns:a16="http://schemas.microsoft.com/office/drawing/2014/main" id="{240D7DFE-A4AA-408E-9C89-0E58239F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§4.10.3</a:t>
            </a:r>
            <a:endParaRPr/>
          </a:p>
        </p:txBody>
      </p:sp>
      <p:sp>
        <p:nvSpPr>
          <p:cNvPr id="1804" name="">
            <a:extLst xmlns:a="http://schemas.openxmlformats.org/drawingml/2006/main">
              <a:ext uri="{FF2B5EF4-FFF2-40B4-BE49-F238E27FC236}">
                <a16:creationId xmlns:a16="http://schemas.microsoft.com/office/drawing/2014/main" id="{0D45AE6E-5977-4DD7-B6AA-97A2DCC5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2636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运行有包名的主类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Run the main class with the package name</a:t>
            </a:r>
          </a:p>
        </p:txBody>
      </p:sp>
      <p:sp>
        <p:nvSpPr>
          <p:cNvPr id="1805" name="">
            <a:extLst xmlns:a="http://schemas.openxmlformats.org/drawingml/2006/main">
              <a:ext uri="{FF2B5EF4-FFF2-40B4-BE49-F238E27FC236}">
                <a16:creationId xmlns:a16="http://schemas.microsoft.com/office/drawing/2014/main" id="{0B1A2031-04A0-4913-97CE-58B32BE6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06" name="">
            <a:extLst xmlns:a="http://schemas.openxmlformats.org/drawingml/2006/main">
              <a:ext uri="{FF2B5EF4-FFF2-40B4-BE49-F238E27FC236}">
                <a16:creationId xmlns:a16="http://schemas.microsoft.com/office/drawing/2014/main" id="{5B938BD5-DC60-45E1-A36A-BBA4C907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899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运行有包名的主类时，必须到包名父目录中去运行。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When running the main class with a package name, you must run it in the parent directory of the package name.</a:t>
            </a:r>
          </a:p>
        </p:txBody>
      </p:sp>
      <p:sp>
        <p:nvSpPr>
          <p:cNvPr id="1807" name="">
            <a:extLst xmlns:a="http://schemas.openxmlformats.org/drawingml/2006/main">
              <a:ext uri="{FF2B5EF4-FFF2-40B4-BE49-F238E27FC236}">
                <a16:creationId xmlns:a16="http://schemas.microsoft.com/office/drawing/2014/main" id="{AA63D448-DF4D-4BF8-8074-EAA85B9B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809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08" name="">
            <a:extLst xmlns:a="http://schemas.openxmlformats.org/drawingml/2006/main">
              <a:ext uri="{FF2B5EF4-FFF2-40B4-BE49-F238E27FC236}">
                <a16:creationId xmlns:a16="http://schemas.microsoft.com/office/drawing/2014/main" id="{EEFE5F49-88A2-4A3C-9F64-4DF67D31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6954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若主类包名是 tom.jiafei，字节码在 …\tom\jiafei 中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If the main class package name is tom.jiafei, the bytecode is in ...\tom\jiafei</a:t>
            </a:r>
          </a:p>
        </p:txBody>
      </p:sp>
      <p:sp>
        <p:nvSpPr>
          <p:cNvPr id="1809" name="">
            <a:extLst xmlns:a="http://schemas.openxmlformats.org/drawingml/2006/main">
              <a:ext uri="{FF2B5EF4-FFF2-40B4-BE49-F238E27FC236}">
                <a16:creationId xmlns:a16="http://schemas.microsoft.com/office/drawing/2014/main" id="{6D2C5E04-D5E3-496C-AAC3-D7597715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371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10" name="">
            <a:extLst xmlns:a="http://schemas.openxmlformats.org/drawingml/2006/main">
              <a:ext uri="{FF2B5EF4-FFF2-40B4-BE49-F238E27FC236}">
                <a16:creationId xmlns:a16="http://schemas.microsoft.com/office/drawing/2014/main" id="{42924BD1-6807-41C2-A310-559FB122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257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运行须到 tom 的父目录（如 1000）执行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operation must be executed in the parent directory of tom (such as 1000)</a:t>
            </a:r>
          </a:p>
        </p:txBody>
      </p:sp>
      <p:sp>
        <p:nvSpPr>
          <p:cNvPr id="1811" name="">
            <a:extLst xmlns:a="http://schemas.openxmlformats.org/drawingml/2006/main">
              <a:ext uri="{FF2B5EF4-FFF2-40B4-BE49-F238E27FC236}">
                <a16:creationId xmlns:a16="http://schemas.microsoft.com/office/drawing/2014/main" id="{9A311CEA-45CB-44A8-9E0E-CE7E0B51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933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12" name="">
            <a:extLst xmlns:a="http://schemas.openxmlformats.org/drawingml/2006/main">
              <a:ext uri="{FF2B5EF4-FFF2-40B4-BE49-F238E27FC236}">
                <a16:creationId xmlns:a16="http://schemas.microsoft.com/office/drawing/2014/main" id="{47581286-25A2-491A-94A5-162B588F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819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C:\1000&gt; java tom.jiafei.主类名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C:\1000&gt;java tom.jiafei.main class name</a:t>
            </a:r>
          </a:p>
        </p:txBody>
      </p:sp>
      <p:sp>
        <p:nvSpPr>
          <p:cNvPr id="1813" name="">
            <a:extLst xmlns:a="http://schemas.openxmlformats.org/drawingml/2006/main">
              <a:ext uri="{FF2B5EF4-FFF2-40B4-BE49-F238E27FC236}">
                <a16:creationId xmlns:a16="http://schemas.microsoft.com/office/drawing/2014/main" id="{E31CCD01-BA4C-4033-81C6-A095251F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495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14" name="">
            <a:extLst xmlns:a="http://schemas.openxmlformats.org/drawingml/2006/main">
              <a:ext uri="{FF2B5EF4-FFF2-40B4-BE49-F238E27FC236}">
                <a16:creationId xmlns:a16="http://schemas.microsoft.com/office/drawing/2014/main" id="{BB6D8788-3C87-4B10-AF7C-F37CD265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381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例子15 的 Student.java、Example4_15.java 使用了包语句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Student.java and Example4_15.java in Example 15 use the package statement</a:t>
            </a:r>
          </a:p>
        </p:txBody>
      </p:sp>
      <p:pic>
        <p:nvPicPr>
          <p:cNvPr id="18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52cdd2d444133"/>
          <a:srcRect xmlns:a="http://schemas.openxmlformats.org/drawingml/2006/main" l="0" t="60" r="0" b="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010275" y="4095750"/>
            <a:ext cx="3895725" cy="156210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1816" name="">
            <a:extLst xmlns:a="http://schemas.openxmlformats.org/drawingml/2006/main">
              <a:ext uri="{FF2B5EF4-FFF2-40B4-BE49-F238E27FC236}">
                <a16:creationId xmlns:a16="http://schemas.microsoft.com/office/drawing/2014/main" id="{3EA1D97A-2B4C-41A2-8F82-D0FBD962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90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021806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8" name="">
            <a:extLst xmlns:a="http://schemas.openxmlformats.org/drawingml/2006/main">
              <a:ext uri="{FF2B5EF4-FFF2-40B4-BE49-F238E27FC236}">
                <a16:creationId xmlns:a16="http://schemas.microsoft.com/office/drawing/2014/main" id="{7D1957AC-A247-4A44-AB7A-3BD126D1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19" name="">
            <a:extLst xmlns:a="http://schemas.openxmlformats.org/drawingml/2006/main">
              <a:ext uri="{FF2B5EF4-FFF2-40B4-BE49-F238E27FC236}">
                <a16:creationId xmlns:a16="http://schemas.microsoft.com/office/drawing/2014/main" id="{FB7BE93C-EFAB-4BC0-AB97-3CB818BD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20" name="">
            <a:extLst xmlns:a="http://schemas.openxmlformats.org/drawingml/2006/main">
              <a:ext uri="{FF2B5EF4-FFF2-40B4-BE49-F238E27FC236}">
                <a16:creationId xmlns:a16="http://schemas.microsoft.com/office/drawing/2014/main" id="{547BC9B1-11C6-4579-8980-5A0366E8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821" name="">
            <a:extLst xmlns:a="http://schemas.openxmlformats.org/drawingml/2006/main">
              <a:ext uri="{FF2B5EF4-FFF2-40B4-BE49-F238E27FC236}">
                <a16:creationId xmlns:a16="http://schemas.microsoft.com/office/drawing/2014/main" id="{B4EAA4F7-9AF0-4124-A7E7-CD05C382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例子15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15</a:t>
            </a:r>
          </a:p>
        </p:txBody>
      </p:sp>
      <p:sp>
        <p:nvSpPr>
          <p:cNvPr id="1822" name="">
            <a:extLst xmlns:a="http://schemas.openxmlformats.org/drawingml/2006/main">
              <a:ext uri="{FF2B5EF4-FFF2-40B4-BE49-F238E27FC236}">
                <a16:creationId xmlns:a16="http://schemas.microsoft.com/office/drawing/2014/main" id="{727D25AC-3CAA-486E-B13F-944F9B92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28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带包名的主类示例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Main class example with package name</a:t>
            </a:r>
          </a:p>
        </p:txBody>
      </p:sp>
      <p:sp>
        <p:nvSpPr>
          <p:cNvPr id="1823" name="">
            <a:extLst xmlns:a="http://schemas.openxmlformats.org/drawingml/2006/main">
              <a:ext uri="{FF2B5EF4-FFF2-40B4-BE49-F238E27FC236}">
                <a16:creationId xmlns:a16="http://schemas.microsoft.com/office/drawing/2014/main" id="{4CAACEBD-068B-40A8-9EF2-3ABEFC18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24" name="">
            <a:extLst xmlns:a="http://schemas.openxmlformats.org/drawingml/2006/main">
              <a:ext uri="{FF2B5EF4-FFF2-40B4-BE49-F238E27FC236}">
                <a16:creationId xmlns:a16="http://schemas.microsoft.com/office/drawing/2014/main" id="{CB28FEEE-B3F0-4F25-9448-3E1C15FE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Student 与 Example4_15 使用 package 语句按子目录存放。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Student and Example4_15 use the package statement to store them in subdirectories.</a:t>
            </a:r>
          </a:p>
        </p:txBody>
      </p:sp>
      <p:pic>
        <p:nvPicPr>
          <p:cNvPr id="18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d8e32c0514716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990725"/>
            <a:ext cx="7591425" cy="3333750"/>
          </a:xfrm>
          <a:prstGeom xmlns:a="http://schemas.openxmlformats.org/drawingml/2006/main" prst="roundRect">
            <a:avLst>
              <a:gd name="adj" fmla="val 3429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826" name="">
            <a:extLst xmlns:a="http://schemas.openxmlformats.org/drawingml/2006/main">
              <a:ext uri="{FF2B5EF4-FFF2-40B4-BE49-F238E27FC236}">
                <a16:creationId xmlns:a16="http://schemas.microsoft.com/office/drawing/2014/main" id="{7DBF9A97-2CD8-4AB3-AAB8-7C5E92C2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91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5183435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8" name="">
            <a:extLst xmlns:a="http://schemas.openxmlformats.org/drawingml/2006/main">
              <a:ext uri="{FF2B5EF4-FFF2-40B4-BE49-F238E27FC236}">
                <a16:creationId xmlns:a16="http://schemas.microsoft.com/office/drawing/2014/main" id="{E96E14E2-1026-4E50-AE73-78442C62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29" name="">
            <a:extLst xmlns:a="http://schemas.openxmlformats.org/drawingml/2006/main">
              <a:ext uri="{FF2B5EF4-FFF2-40B4-BE49-F238E27FC236}">
                <a16:creationId xmlns:a16="http://schemas.microsoft.com/office/drawing/2014/main" id="{6B71023D-6405-4967-A06E-F4697AE3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30" name="">
            <a:extLst xmlns:a="http://schemas.openxmlformats.org/drawingml/2006/main">
              <a:ext uri="{FF2B5EF4-FFF2-40B4-BE49-F238E27FC236}">
                <a16:creationId xmlns:a16="http://schemas.microsoft.com/office/drawing/2014/main" id="{60058FAE-3096-42D3-84E5-DF6C3466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831" name="">
            <a:extLst xmlns:a="http://schemas.openxmlformats.org/drawingml/2006/main">
              <a:ext uri="{FF2B5EF4-FFF2-40B4-BE49-F238E27FC236}">
                <a16:creationId xmlns:a16="http://schemas.microsoft.com/office/drawing/2014/main" id="{7693C059-0C08-43C2-AB11-4D18A264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例子15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15</a:t>
            </a:r>
          </a:p>
        </p:txBody>
      </p:sp>
      <p:sp>
        <p:nvSpPr>
          <p:cNvPr id="1832" name="">
            <a:extLst xmlns:a="http://schemas.openxmlformats.org/drawingml/2006/main">
              <a:ext uri="{FF2B5EF4-FFF2-40B4-BE49-F238E27FC236}">
                <a16:creationId xmlns:a16="http://schemas.microsoft.com/office/drawing/2014/main" id="{1094F666-0FD5-43E5-B36B-51439E3A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587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Student 类（tom/jiafei 子目录）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Student class (tom/jiafei subdirectory)</a:t>
            </a:r>
          </a:p>
        </p:txBody>
      </p:sp>
      <p:sp>
        <p:nvSpPr>
          <p:cNvPr id="1833" name="">
            <a:extLst xmlns:a="http://schemas.openxmlformats.org/drawingml/2006/main">
              <a:ext uri="{FF2B5EF4-FFF2-40B4-BE49-F238E27FC236}">
                <a16:creationId xmlns:a16="http://schemas.microsoft.com/office/drawing/2014/main" id="{CBF10DDA-D7CB-4C69-A7A4-20F1D6B6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4385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34" name="">
            <a:extLst xmlns:a="http://schemas.openxmlformats.org/drawingml/2006/main">
              <a:ext uri="{FF2B5EF4-FFF2-40B4-BE49-F238E27FC236}">
                <a16:creationId xmlns:a16="http://schemas.microsoft.com/office/drawing/2014/main" id="{5F1E6288-7337-493E-8762-33F09B5E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695700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Student.java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Student.java auxiliary class code</a:t>
            </a:r>
          </a:p>
        </p:txBody>
      </p:sp>
      <p:pic>
        <p:nvPicPr>
          <p:cNvPr id="18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baa2239e94b76"/>
          <a:srcRect xmlns:a="http://schemas.openxmlformats.org/drawingml/2006/main" l="20" t="0" r="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181225"/>
            <a:ext cx="7591425" cy="2943225"/>
          </a:xfrm>
          <a:prstGeom xmlns:a="http://schemas.openxmlformats.org/drawingml/2006/main" prst="roundRect">
            <a:avLst>
              <a:gd name="adj" fmla="val 3883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836" name="">
            <a:extLst xmlns:a="http://schemas.openxmlformats.org/drawingml/2006/main">
              <a:ext uri="{FF2B5EF4-FFF2-40B4-BE49-F238E27FC236}">
                <a16:creationId xmlns:a16="http://schemas.microsoft.com/office/drawing/2014/main" id="{0242B4D9-165C-4A23-902A-D7BEFF77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92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73990008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8" name="">
            <a:extLst xmlns:a="http://schemas.openxmlformats.org/drawingml/2006/main">
              <a:ext uri="{FF2B5EF4-FFF2-40B4-BE49-F238E27FC236}">
                <a16:creationId xmlns:a16="http://schemas.microsoft.com/office/drawing/2014/main" id="{81310808-3F80-4094-BA01-905AED31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39" name="">
            <a:extLst xmlns:a="http://schemas.openxmlformats.org/drawingml/2006/main">
              <a:ext uri="{FF2B5EF4-FFF2-40B4-BE49-F238E27FC236}">
                <a16:creationId xmlns:a16="http://schemas.microsoft.com/office/drawing/2014/main" id="{D76A0CDB-C234-4292-81C6-2BEE0F4C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40" name="">
            <a:extLst xmlns:a="http://schemas.openxmlformats.org/drawingml/2006/main">
              <a:ext uri="{FF2B5EF4-FFF2-40B4-BE49-F238E27FC236}">
                <a16:creationId xmlns:a16="http://schemas.microsoft.com/office/drawing/2014/main" id="{E86CCB39-27C6-4345-B564-9E2446DC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841" name="">
            <a:extLst xmlns:a="http://schemas.openxmlformats.org/drawingml/2006/main">
              <a:ext uri="{FF2B5EF4-FFF2-40B4-BE49-F238E27FC236}">
                <a16:creationId xmlns:a16="http://schemas.microsoft.com/office/drawing/2014/main" id="{6D7BAF93-9ABE-4C1F-B60F-8533871E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§4.11</a:t>
            </a:r>
            <a:endParaRPr/>
          </a:p>
        </p:txBody>
      </p:sp>
      <p:sp>
        <p:nvSpPr>
          <p:cNvPr id="1842" name="">
            <a:extLst xmlns:a="http://schemas.openxmlformats.org/drawingml/2006/main">
              <a:ext uri="{FF2B5EF4-FFF2-40B4-BE49-F238E27FC236}">
                <a16:creationId xmlns:a16="http://schemas.microsoft.com/office/drawing/2014/main" id="{88BBA5DC-558A-48B5-BF33-AECAFDD4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import 语句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import statement</a:t>
            </a:r>
          </a:p>
        </p:txBody>
      </p:sp>
      <p:sp>
        <p:nvSpPr>
          <p:cNvPr id="1843" name="">
            <a:extLst xmlns:a="http://schemas.openxmlformats.org/drawingml/2006/main">
              <a:ext uri="{FF2B5EF4-FFF2-40B4-BE49-F238E27FC236}">
                <a16:creationId xmlns:a16="http://schemas.microsoft.com/office/drawing/2014/main" id="{C418A130-0568-43D9-967A-73D4256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44" name="">
            <a:extLst xmlns:a="http://schemas.openxmlformats.org/drawingml/2006/main">
              <a:ext uri="{FF2B5EF4-FFF2-40B4-BE49-F238E27FC236}">
                <a16:creationId xmlns:a16="http://schemas.microsoft.com/office/drawing/2014/main" id="{B2E82D67-BE9E-4774-84B2-D0BA45B4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41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需要使用的类若在另一个包中，用 import 语句引入。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If the class you need to use is in another package, use the import statement to introduce it.</a:t>
            </a:r>
          </a:p>
        </p:txBody>
      </p:sp>
      <p:sp>
        <p:nvSpPr>
          <p:cNvPr id="1845" name="">
            <a:extLst xmlns:a="http://schemas.openxmlformats.org/drawingml/2006/main">
              <a:ext uri="{FF2B5EF4-FFF2-40B4-BE49-F238E27FC236}">
                <a16:creationId xmlns:a16="http://schemas.microsoft.com/office/drawing/2014/main" id="{FA992C9B-E772-4CA9-ADA3-444A0CB3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704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46" name="">
            <a:extLst xmlns:a="http://schemas.openxmlformats.org/drawingml/2006/main">
              <a:ext uri="{FF2B5EF4-FFF2-40B4-BE49-F238E27FC236}">
                <a16:creationId xmlns:a16="http://schemas.microsoft.com/office/drawing/2014/main" id="{A1560982-4737-49BB-94DE-95825A13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5906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同一包中的类可直接使用，无需 import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Classes in the same package can be used directly without import</a:t>
            </a:r>
          </a:p>
        </p:txBody>
      </p:sp>
      <p:sp>
        <p:nvSpPr>
          <p:cNvPr id="1847" name="">
            <a:extLst xmlns:a="http://schemas.openxmlformats.org/drawingml/2006/main">
              <a:ext uri="{FF2B5EF4-FFF2-40B4-BE49-F238E27FC236}">
                <a16:creationId xmlns:a16="http://schemas.microsoft.com/office/drawing/2014/main" id="{8DBC9AF7-94E4-44DF-8EB9-75F4071A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266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48" name="">
            <a:extLst xmlns:a="http://schemas.openxmlformats.org/drawingml/2006/main">
              <a:ext uri="{FF2B5EF4-FFF2-40B4-BE49-F238E27FC236}">
                <a16:creationId xmlns:a16="http://schemas.microsoft.com/office/drawing/2014/main" id="{01B169D8-21B7-4900-A8EF-63E0F26C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152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不同包中的类需用 import 引入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Classes in different packages need to be introduced using import</a:t>
            </a:r>
          </a:p>
        </p:txBody>
      </p:sp>
      <p:sp>
        <p:nvSpPr>
          <p:cNvPr id="1849" name="">
            <a:extLst xmlns:a="http://schemas.openxmlformats.org/drawingml/2006/main">
              <a:ext uri="{FF2B5EF4-FFF2-40B4-BE49-F238E27FC236}">
                <a16:creationId xmlns:a16="http://schemas.microsoft.com/office/drawing/2014/main" id="{3BF40976-556A-4BE1-BCE8-CE75E1BA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828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50" name="">
            <a:extLst xmlns:a="http://schemas.openxmlformats.org/drawingml/2006/main">
              <a:ext uri="{FF2B5EF4-FFF2-40B4-BE49-F238E27FC236}">
                <a16:creationId xmlns:a16="http://schemas.microsoft.com/office/drawing/2014/main" id="{FBE56CB0-866D-433C-908B-2023DADE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714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如 import java.util.Date; 引入 Date 类；import java.util.*; 引入包中所有类</a:t>
            </a:r>
            <a:endParaRPr/>
          </a:p>
        </p:txBody>
      </p:sp>
      <p:pic>
        <p:nvPicPr>
          <p:cNvPr id="18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8a13e22384fd0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76850" y="3429000"/>
            <a:ext cx="5362575" cy="232410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1852" name="">
            <a:extLst xmlns:a="http://schemas.openxmlformats.org/drawingml/2006/main">
              <a:ext uri="{FF2B5EF4-FFF2-40B4-BE49-F238E27FC236}">
                <a16:creationId xmlns:a16="http://schemas.microsoft.com/office/drawing/2014/main" id="{36AFF06D-1F35-4BA1-8454-27A2A112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93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9192896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4" name="">
            <a:extLst xmlns:a="http://schemas.openxmlformats.org/drawingml/2006/main">
              <a:ext uri="{FF2B5EF4-FFF2-40B4-BE49-F238E27FC236}">
                <a16:creationId xmlns:a16="http://schemas.microsoft.com/office/drawing/2014/main" id="{F1836FC7-E107-4A69-BF40-F9190F1E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55" name="">
            <a:extLst xmlns:a="http://schemas.openxmlformats.org/drawingml/2006/main">
              <a:ext uri="{FF2B5EF4-FFF2-40B4-BE49-F238E27FC236}">
                <a16:creationId xmlns:a16="http://schemas.microsoft.com/office/drawing/2014/main" id="{3CCD13D2-9B19-4ED6-B25E-B6D418C8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56" name="">
            <a:extLst xmlns:a="http://schemas.openxmlformats.org/drawingml/2006/main">
              <a:ext uri="{FF2B5EF4-FFF2-40B4-BE49-F238E27FC236}">
                <a16:creationId xmlns:a16="http://schemas.microsoft.com/office/drawing/2014/main" id="{148A41B5-A70F-4338-9BE0-1296959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857" name="">
            <a:extLst xmlns:a="http://schemas.openxmlformats.org/drawingml/2006/main">
              <a:ext uri="{FF2B5EF4-FFF2-40B4-BE49-F238E27FC236}">
                <a16:creationId xmlns:a16="http://schemas.microsoft.com/office/drawing/2014/main" id="{D68EA5E0-63ED-4237-BB9E-CDAAF449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§4.11.1</a:t>
            </a:r>
            <a:endParaRPr/>
          </a:p>
        </p:txBody>
      </p:sp>
      <p:sp>
        <p:nvSpPr>
          <p:cNvPr id="1858" name="">
            <a:extLst xmlns:a="http://schemas.openxmlformats.org/drawingml/2006/main">
              <a:ext uri="{FF2B5EF4-FFF2-40B4-BE49-F238E27FC236}">
                <a16:creationId xmlns:a16="http://schemas.microsoft.com/office/drawing/2014/main" id="{D1421E28-9B92-4F18-B8A4-25A889C2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088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引入类库中的类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Import classes from the class library</a:t>
            </a:r>
          </a:p>
        </p:txBody>
      </p:sp>
      <p:sp>
        <p:nvSpPr>
          <p:cNvPr id="1859" name="">
            <a:extLst xmlns:a="http://schemas.openxmlformats.org/drawingml/2006/main">
              <a:ext uri="{FF2B5EF4-FFF2-40B4-BE49-F238E27FC236}">
                <a16:creationId xmlns:a16="http://schemas.microsoft.com/office/drawing/2014/main" id="{8C16BBEF-9A88-43A2-B007-308698F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60" name="">
            <a:extLst xmlns:a="http://schemas.openxmlformats.org/drawingml/2006/main">
              <a:ext uri="{FF2B5EF4-FFF2-40B4-BE49-F238E27FC236}">
                <a16:creationId xmlns:a16="http://schemas.microsoft.com/office/drawing/2014/main" id="{2D83E2D4-2D7C-4BF1-A6FF-91DBD47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用户编写的类与类库中的类不在同一包，需用 import 引入。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classes written by users are not in the same package as the classes in the class library and need to be introduced using import.</a:t>
            </a:r>
          </a:p>
        </p:txBody>
      </p:sp>
      <p:sp>
        <p:nvSpPr>
          <p:cNvPr id="1861" name="">
            <a:extLst xmlns:a="http://schemas.openxmlformats.org/drawingml/2006/main">
              <a:ext uri="{FF2B5EF4-FFF2-40B4-BE49-F238E27FC236}">
                <a16:creationId xmlns:a16="http://schemas.microsoft.com/office/drawing/2014/main" id="{6E19E7F1-551D-45EE-AF95-704E4ED0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62" name="">
            <a:extLst xmlns:a="http://schemas.openxmlformats.org/drawingml/2006/main">
              <a:ext uri="{FF2B5EF4-FFF2-40B4-BE49-F238E27FC236}">
                <a16:creationId xmlns:a16="http://schemas.microsoft.com/office/drawing/2014/main" id="{F1CD883E-C86E-4819-B5D8-82C60355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使用已存在的类，避免一切从头做起，是 OOP 的重要方面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Using existing classes to avoid having to reinvent the wheel is an important aspect of OOP</a:t>
            </a:r>
          </a:p>
        </p:txBody>
      </p:sp>
      <p:sp>
        <p:nvSpPr>
          <p:cNvPr id="1863" name="">
            <a:extLst xmlns:a="http://schemas.openxmlformats.org/drawingml/2006/main">
              <a:ext uri="{FF2B5EF4-FFF2-40B4-BE49-F238E27FC236}">
                <a16:creationId xmlns:a16="http://schemas.microsoft.com/office/drawing/2014/main" id="{F4F2E7CF-23E1-43A3-A3AF-23A94DA1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64" name="">
            <a:extLst xmlns:a="http://schemas.openxmlformats.org/drawingml/2006/main">
              <a:ext uri="{FF2B5EF4-FFF2-40B4-BE49-F238E27FC236}">
                <a16:creationId xmlns:a16="http://schemas.microsoft.com/office/drawing/2014/main" id="{7DAFB10E-6A95-4A24-A0A9-FBCA761E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例子16 的 Example4_16.java 用 import 引入 java.util 的 Date 与 Arrays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Example 16 Example4_16.java uses import to introduce Date and Arrays of java.util</a:t>
            </a:r>
          </a:p>
        </p:txBody>
      </p:sp>
      <p:sp>
        <p:nvSpPr>
          <p:cNvPr id="1865" name="">
            <a:extLst xmlns:a="http://schemas.openxmlformats.org/drawingml/2006/main">
              <a:ext uri="{FF2B5EF4-FFF2-40B4-BE49-F238E27FC236}">
                <a16:creationId xmlns:a16="http://schemas.microsoft.com/office/drawing/2014/main" id="{59DAB646-8DAC-4F9A-A5EF-5E4030C1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66" name="">
            <a:extLst xmlns:a="http://schemas.openxmlformats.org/drawingml/2006/main">
              <a:ext uri="{FF2B5EF4-FFF2-40B4-BE49-F238E27FC236}">
                <a16:creationId xmlns:a16="http://schemas.microsoft.com/office/drawing/2014/main" id="{8EE0CEF8-E526-4EF7-90AB-0EC01233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Arrays.sort 可将数组排序；Arrays.toString 返回全部元素字符序列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Arrays.sort sorts the array; Arrays.toString returns all element character sequences</a:t>
            </a:r>
          </a:p>
        </p:txBody>
      </p:sp>
      <p:sp>
        <p:nvSpPr>
          <p:cNvPr id="1867" name="">
            <a:extLst xmlns:a="http://schemas.openxmlformats.org/drawingml/2006/main">
              <a:ext uri="{FF2B5EF4-FFF2-40B4-BE49-F238E27FC236}">
                <a16:creationId xmlns:a16="http://schemas.microsoft.com/office/drawing/2014/main" id="{1305CBB3-E48E-4DA3-A6C0-318DCDE9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94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8896529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9" name="">
            <a:extLst xmlns:a="http://schemas.openxmlformats.org/drawingml/2006/main">
              <a:ext uri="{FF2B5EF4-FFF2-40B4-BE49-F238E27FC236}">
                <a16:creationId xmlns:a16="http://schemas.microsoft.com/office/drawing/2014/main" id="{3F548ED8-ED97-4314-9D7F-0D9568EF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70" name="">
            <a:extLst xmlns:a="http://schemas.openxmlformats.org/drawingml/2006/main">
              <a:ext uri="{FF2B5EF4-FFF2-40B4-BE49-F238E27FC236}">
                <a16:creationId xmlns:a16="http://schemas.microsoft.com/office/drawing/2014/main" id="{6F380CB5-A214-47D0-9103-57CEC0A2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71" name="">
            <a:extLst xmlns:a="http://schemas.openxmlformats.org/drawingml/2006/main">
              <a:ext uri="{FF2B5EF4-FFF2-40B4-BE49-F238E27FC236}">
                <a16:creationId xmlns:a16="http://schemas.microsoft.com/office/drawing/2014/main" id="{0C9634D8-3DAC-4081-A2A9-49FC755E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872" name="">
            <a:extLst xmlns:a="http://schemas.openxmlformats.org/drawingml/2006/main">
              <a:ext uri="{FF2B5EF4-FFF2-40B4-BE49-F238E27FC236}">
                <a16:creationId xmlns:a16="http://schemas.microsoft.com/office/drawing/2014/main" id="{C7DE25CF-CF01-4157-9224-2F78168B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例子16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16</a:t>
            </a:r>
          </a:p>
        </p:txBody>
      </p:sp>
      <p:sp>
        <p:nvSpPr>
          <p:cNvPr id="1873" name="">
            <a:extLst xmlns:a="http://schemas.openxmlformats.org/drawingml/2006/main">
              <a:ext uri="{FF2B5EF4-FFF2-40B4-BE49-F238E27FC236}">
                <a16:creationId xmlns:a16="http://schemas.microsoft.com/office/drawing/2014/main" id="{72549415-BA41-4CDC-9814-76193E1D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988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引入类库 Date/Arrays 示例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Introducing the class library Date/Arrays example</a:t>
            </a:r>
          </a:p>
        </p:txBody>
      </p:sp>
      <p:sp>
        <p:nvSpPr>
          <p:cNvPr id="1874" name="">
            <a:extLst xmlns:a="http://schemas.openxmlformats.org/drawingml/2006/main">
              <a:ext uri="{FF2B5EF4-FFF2-40B4-BE49-F238E27FC236}">
                <a16:creationId xmlns:a16="http://schemas.microsoft.com/office/drawing/2014/main" id="{535D5937-F520-4B0D-A46E-E9F117A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75" name="">
            <a:extLst xmlns:a="http://schemas.openxmlformats.org/drawingml/2006/main">
              <a:ext uri="{FF2B5EF4-FFF2-40B4-BE49-F238E27FC236}">
                <a16:creationId xmlns:a16="http://schemas.microsoft.com/office/drawing/2014/main" id="{8CAD4D13-B837-4A2B-8D7B-EBAE16C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 import 引入 java.util 中的 Date 与 Arrays 类。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Use import to introduce the Date and Arrays classes in java.util.</a:t>
            </a:r>
          </a:p>
        </p:txBody>
      </p:sp>
      <p:pic>
        <p:nvPicPr>
          <p:cNvPr id="18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4802a5e1242d2"/>
          <a:srcRect xmlns:a="http://schemas.openxmlformats.org/drawingml/2006/main" l="17" t="0" r="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86325" y="1600200"/>
            <a:ext cx="610552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877" name="">
            <a:extLst xmlns:a="http://schemas.openxmlformats.org/drawingml/2006/main">
              <a:ext uri="{FF2B5EF4-FFF2-40B4-BE49-F238E27FC236}">
                <a16:creationId xmlns:a16="http://schemas.microsoft.com/office/drawing/2014/main" id="{ECBBCCCF-6C9B-4124-AD57-19C5D0B7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95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939542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9" name="">
            <a:extLst xmlns:a="http://schemas.openxmlformats.org/drawingml/2006/main">
              <a:ext uri="{FF2B5EF4-FFF2-40B4-BE49-F238E27FC236}">
                <a16:creationId xmlns:a16="http://schemas.microsoft.com/office/drawing/2014/main" id="{D1233EFB-EC58-4F24-8D75-8668DF13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80" name="">
            <a:extLst xmlns:a="http://schemas.openxmlformats.org/drawingml/2006/main">
              <a:ext uri="{FF2B5EF4-FFF2-40B4-BE49-F238E27FC236}">
                <a16:creationId xmlns:a16="http://schemas.microsoft.com/office/drawing/2014/main" id="{EF8B0988-7311-42DB-8A23-5FFE387E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81" name="">
            <a:extLst xmlns:a="http://schemas.openxmlformats.org/drawingml/2006/main">
              <a:ext uri="{FF2B5EF4-FFF2-40B4-BE49-F238E27FC236}">
                <a16:creationId xmlns:a16="http://schemas.microsoft.com/office/drawing/2014/main" id="{60992F2E-3F89-41BA-BFC5-E5A9B915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882" name="">
            <a:extLst xmlns:a="http://schemas.openxmlformats.org/drawingml/2006/main">
              <a:ext uri="{FF2B5EF4-FFF2-40B4-BE49-F238E27FC236}">
                <a16:creationId xmlns:a16="http://schemas.microsoft.com/office/drawing/2014/main" id="{D467DE29-51FC-4B52-A7F0-EBC9B93E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§4.11.2</a:t>
            </a:r>
            <a:endParaRPr/>
          </a:p>
        </p:txBody>
      </p:sp>
      <p:sp>
        <p:nvSpPr>
          <p:cNvPr id="1883" name="">
            <a:extLst xmlns:a="http://schemas.openxmlformats.org/drawingml/2006/main">
              <a:ext uri="{FF2B5EF4-FFF2-40B4-BE49-F238E27FC236}">
                <a16:creationId xmlns:a16="http://schemas.microsoft.com/office/drawing/2014/main" id="{AEAA1F3B-90EC-4FF6-AD88-5C7F0AB7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引入自定义包中的类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Import classes from custom packages</a:t>
            </a:r>
          </a:p>
        </p:txBody>
      </p:sp>
      <p:sp>
        <p:nvSpPr>
          <p:cNvPr id="1884" name="">
            <a:extLst xmlns:a="http://schemas.openxmlformats.org/drawingml/2006/main">
              <a:ext uri="{FF2B5EF4-FFF2-40B4-BE49-F238E27FC236}">
                <a16:creationId xmlns:a16="http://schemas.microsoft.com/office/drawing/2014/main" id="{67087262-28DE-48F3-B215-CD400FF0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85" name="">
            <a:extLst xmlns:a="http://schemas.openxmlformats.org/drawingml/2006/main">
              <a:ext uri="{FF2B5EF4-FFF2-40B4-BE49-F238E27FC236}">
                <a16:creationId xmlns:a16="http://schemas.microsoft.com/office/drawing/2014/main" id="{D41DBE9C-4ABF-4AC0-83F0-0CD04386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77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用户程序也可 import 引入非类库、有包名的自定义类。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User programs can also import non-class libraries and custom classes with package names.</a:t>
            </a:r>
          </a:p>
        </p:txBody>
      </p:sp>
      <p:sp>
        <p:nvSpPr>
          <p:cNvPr id="1886" name="">
            <a:extLst xmlns:a="http://schemas.openxmlformats.org/drawingml/2006/main">
              <a:ext uri="{FF2B5EF4-FFF2-40B4-BE49-F238E27FC236}">
                <a16:creationId xmlns:a16="http://schemas.microsoft.com/office/drawing/2014/main" id="{77721EDD-B21F-4AC0-AD69-4100A6BA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87" name="">
            <a:extLst xmlns:a="http://schemas.openxmlformats.org/drawingml/2006/main">
              <a:ext uri="{FF2B5EF4-FFF2-40B4-BE49-F238E27FC236}">
                <a16:creationId xmlns:a16="http://schemas.microsoft.com/office/drawing/2014/main" id="{D5098E9F-6337-4B6A-AE0F-1EAA44CE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38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如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 import tom.jiafei.*;</a:t>
            </a:r>
            <a:endParaRPr/>
          </a:p>
        </p:txBody>
      </p:sp>
      <p:sp>
        <p:nvSpPr>
          <p:cNvPr id="1888" name="">
            <a:extLst xmlns:a="http://schemas.openxmlformats.org/drawingml/2006/main">
              <a:ext uri="{FF2B5EF4-FFF2-40B4-BE49-F238E27FC236}">
                <a16:creationId xmlns:a16="http://schemas.microsoft.com/office/drawing/2014/main" id="{62D1986B-C1BC-44A2-A6EC-68DADE7D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89" name="">
            <a:extLst xmlns:a="http://schemas.openxmlformats.org/drawingml/2006/main">
              <a:ext uri="{FF2B5EF4-FFF2-40B4-BE49-F238E27FC236}">
                <a16:creationId xmlns:a16="http://schemas.microsoft.com/office/drawing/2014/main" id="{1BB43916-81AE-4B9A-9359-85C1ACFC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338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在用户程序目录下建立与包对应的子目录结构（如 C:\ch4\tom\jiafei）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Create a subdirectory structure corresponding to the package in the user program directory (such as C:\ch4\tom\jiafei)</a:t>
            </a:r>
          </a:p>
        </p:txBody>
      </p:sp>
      <p:sp>
        <p:nvSpPr>
          <p:cNvPr id="1890" name="">
            <a:extLst xmlns:a="http://schemas.openxmlformats.org/drawingml/2006/main">
              <a:ext uri="{FF2B5EF4-FFF2-40B4-BE49-F238E27FC236}">
                <a16:creationId xmlns:a16="http://schemas.microsoft.com/office/drawing/2014/main" id="{22EE81B6-F577-47E6-9328-1BF21F86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91" name="">
            <a:extLst xmlns:a="http://schemas.openxmlformats.org/drawingml/2006/main">
              <a:ext uri="{FF2B5EF4-FFF2-40B4-BE49-F238E27FC236}">
                <a16:creationId xmlns:a16="http://schemas.microsoft.com/office/drawing/2014/main" id="{767B4B64-8116-48C4-ACBC-1CC8A757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193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“包名路径左对齐”：源文件包名路径与待引入类的包名路径父目录相同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"Package name path left aligned": The source file package name path is the same as the parent directory of the package name path of the class to be introduced.</a:t>
            </a:r>
          </a:p>
        </p:txBody>
      </p:sp>
      <p:sp>
        <p:nvSpPr>
          <p:cNvPr id="1892" name="">
            <a:extLst xmlns:a="http://schemas.openxmlformats.org/drawingml/2006/main">
              <a:ext uri="{FF2B5EF4-FFF2-40B4-BE49-F238E27FC236}">
                <a16:creationId xmlns:a16="http://schemas.microsoft.com/office/drawing/2014/main" id="{B5584FC9-1687-4DD4-9BAD-54E2F724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93" name="">
            <a:extLst xmlns:a="http://schemas.openxmlformats.org/drawingml/2006/main">
              <a:ext uri="{FF2B5EF4-FFF2-40B4-BE49-F238E27FC236}">
                <a16:creationId xmlns:a16="http://schemas.microsoft.com/office/drawing/2014/main" id="{C0232D08-B7E3-405D-89B8-67E864E9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324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例子17、例子18 演示引入自定义包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Example 17 and Example 18 demonstrate the introduction of custom packages</a:t>
            </a:r>
          </a:p>
        </p:txBody>
      </p:sp>
      <p:sp>
        <p:nvSpPr>
          <p:cNvPr id="1894" name="">
            <a:extLst xmlns:a="http://schemas.openxmlformats.org/drawingml/2006/main">
              <a:ext uri="{FF2B5EF4-FFF2-40B4-BE49-F238E27FC236}">
                <a16:creationId xmlns:a16="http://schemas.microsoft.com/office/drawing/2014/main" id="{E183C384-4BE0-490B-9656-CE5BD20E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96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99864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6" name="">
            <a:extLst xmlns:a="http://schemas.openxmlformats.org/drawingml/2006/main">
              <a:ext uri="{FF2B5EF4-FFF2-40B4-BE49-F238E27FC236}">
                <a16:creationId xmlns:a16="http://schemas.microsoft.com/office/drawing/2014/main" id="{8A4665DE-9140-414F-B5FF-E365DEED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97" name="">
            <a:extLst xmlns:a="http://schemas.openxmlformats.org/drawingml/2006/main">
              <a:ext uri="{FF2B5EF4-FFF2-40B4-BE49-F238E27FC236}">
                <a16:creationId xmlns:a16="http://schemas.microsoft.com/office/drawing/2014/main" id="{83CE4C1E-6804-41DE-BF88-BE90C101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98" name="">
            <a:extLst xmlns:a="http://schemas.openxmlformats.org/drawingml/2006/main">
              <a:ext uri="{FF2B5EF4-FFF2-40B4-BE49-F238E27FC236}">
                <a16:creationId xmlns:a16="http://schemas.microsoft.com/office/drawing/2014/main" id="{FF50C261-72BC-4135-A25C-A75AB69B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899" name="">
            <a:extLst xmlns:a="http://schemas.openxmlformats.org/drawingml/2006/main">
              <a:ext uri="{FF2B5EF4-FFF2-40B4-BE49-F238E27FC236}">
                <a16:creationId xmlns:a16="http://schemas.microsoft.com/office/drawing/2014/main" id="{70BC3F25-B9E3-47B6-A43B-83CBF8EB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例子17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17</a:t>
            </a:r>
          </a:p>
        </p:txBody>
      </p:sp>
      <p:sp>
        <p:nvSpPr>
          <p:cNvPr id="1900" name="">
            <a:extLst xmlns:a="http://schemas.openxmlformats.org/drawingml/2006/main">
              <a:ext uri="{FF2B5EF4-FFF2-40B4-BE49-F238E27FC236}">
                <a16:creationId xmlns:a16="http://schemas.microsoft.com/office/drawing/2014/main" id="{20711B9B-A1A4-4669-87BD-E897D781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91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引入自定义包示例（一）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of introducing a custom package (1)</a:t>
            </a:r>
          </a:p>
        </p:txBody>
      </p:sp>
      <p:sp>
        <p:nvSpPr>
          <p:cNvPr id="1901" name="">
            <a:extLst xmlns:a="http://schemas.openxmlformats.org/drawingml/2006/main">
              <a:ext uri="{FF2B5EF4-FFF2-40B4-BE49-F238E27FC236}">
                <a16:creationId xmlns:a16="http://schemas.microsoft.com/office/drawing/2014/main" id="{2DAF9336-BFC8-4417-B709-7AEC77C2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02" name="">
            <a:extLst xmlns:a="http://schemas.openxmlformats.org/drawingml/2006/main">
              <a:ext uri="{FF2B5EF4-FFF2-40B4-BE49-F238E27FC236}">
                <a16:creationId xmlns:a16="http://schemas.microsoft.com/office/drawing/2014/main" id="{742C97DB-726F-4289-8C61-6161C135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按子目录 tom/jiafei 组织并使用 import 引入。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Organize by subdirectory tom/jiafei and use import to introduce.</a:t>
            </a:r>
          </a:p>
        </p:txBody>
      </p:sp>
      <p:pic>
        <p:nvPicPr>
          <p:cNvPr id="19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414873d3545b5"/>
          <a:srcRect xmlns:a="http://schemas.openxmlformats.org/drawingml/2006/main" l="33" t="0" r="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467225" y="1600200"/>
            <a:ext cx="69532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904" name="">
            <a:extLst xmlns:a="http://schemas.openxmlformats.org/drawingml/2006/main">
              <a:ext uri="{FF2B5EF4-FFF2-40B4-BE49-F238E27FC236}">
                <a16:creationId xmlns:a16="http://schemas.microsoft.com/office/drawing/2014/main" id="{B997B35E-C245-4AE6-B7B5-0564BA2A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97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9047064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6" name="">
            <a:extLst xmlns:a="http://schemas.openxmlformats.org/drawingml/2006/main">
              <a:ext uri="{FF2B5EF4-FFF2-40B4-BE49-F238E27FC236}">
                <a16:creationId xmlns:a16="http://schemas.microsoft.com/office/drawing/2014/main" id="{F77AD474-21C8-4DD1-964B-F40A9141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07" name="">
            <a:extLst xmlns:a="http://schemas.openxmlformats.org/drawingml/2006/main">
              <a:ext uri="{FF2B5EF4-FFF2-40B4-BE49-F238E27FC236}">
                <a16:creationId xmlns:a16="http://schemas.microsoft.com/office/drawing/2014/main" id="{E5EE8D6A-F0CC-4CD9-B9D5-48869F04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08" name="">
            <a:extLst xmlns:a="http://schemas.openxmlformats.org/drawingml/2006/main">
              <a:ext uri="{FF2B5EF4-FFF2-40B4-BE49-F238E27FC236}">
                <a16:creationId xmlns:a16="http://schemas.microsoft.com/office/drawing/2014/main" id="{27E6E5BD-7272-4332-99AC-88E10EC8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909" name="">
            <a:extLst xmlns:a="http://schemas.openxmlformats.org/drawingml/2006/main">
              <a:ext uri="{FF2B5EF4-FFF2-40B4-BE49-F238E27FC236}">
                <a16:creationId xmlns:a16="http://schemas.microsoft.com/office/drawing/2014/main" id="{215441CD-BE87-4F3D-B55F-1E88BD89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例子18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18</a:t>
            </a:r>
          </a:p>
        </p:txBody>
      </p:sp>
      <p:sp>
        <p:nvSpPr>
          <p:cNvPr id="1910" name="">
            <a:extLst xmlns:a="http://schemas.openxmlformats.org/drawingml/2006/main">
              <a:ext uri="{FF2B5EF4-FFF2-40B4-BE49-F238E27FC236}">
                <a16:creationId xmlns:a16="http://schemas.microsoft.com/office/drawing/2014/main" id="{A7D9B878-E992-4920-842A-215703F6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91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引入自定义包示例（二）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of introducing a custom package (2)</a:t>
            </a:r>
          </a:p>
        </p:txBody>
      </p:sp>
      <p:sp>
        <p:nvSpPr>
          <p:cNvPr id="1911" name="">
            <a:extLst xmlns:a="http://schemas.openxmlformats.org/drawingml/2006/main">
              <a:ext uri="{FF2B5EF4-FFF2-40B4-BE49-F238E27FC236}">
                <a16:creationId xmlns:a16="http://schemas.microsoft.com/office/drawing/2014/main" id="{48D09613-9A29-4500-AD9A-EDC72AEA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12" name="">
            <a:extLst xmlns:a="http://schemas.openxmlformats.org/drawingml/2006/main">
              <a:ext uri="{FF2B5EF4-FFF2-40B4-BE49-F238E27FC236}">
                <a16:creationId xmlns:a16="http://schemas.microsoft.com/office/drawing/2014/main" id="{BE6B33CC-FC89-4330-B38E-A3B9B890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453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主类（无包名）import 引入 sohu.com 包中的 Triangle 类。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main class (no package name) import introduces the Triangle class in the sohu.com package.</a:t>
            </a:r>
          </a:p>
        </p:txBody>
      </p:sp>
      <p:pic>
        <p:nvPicPr>
          <p:cNvPr id="19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8f9da1f0746ad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76725" y="1600200"/>
            <a:ext cx="732472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914" name="">
            <a:extLst xmlns:a="http://schemas.openxmlformats.org/drawingml/2006/main">
              <a:ext uri="{FF2B5EF4-FFF2-40B4-BE49-F238E27FC236}">
                <a16:creationId xmlns:a16="http://schemas.microsoft.com/office/drawing/2014/main" id="{50FCA3C0-F6AB-4C12-968C-AEC87147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98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1953137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6" name="">
            <a:extLst xmlns:a="http://schemas.openxmlformats.org/drawingml/2006/main">
              <a:ext uri="{FF2B5EF4-FFF2-40B4-BE49-F238E27FC236}">
                <a16:creationId xmlns:a16="http://schemas.microsoft.com/office/drawing/2014/main" id="{3E87B105-8D30-409E-A348-74DAC940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17" name="">
            <a:extLst xmlns:a="http://schemas.openxmlformats.org/drawingml/2006/main">
              <a:ext uri="{FF2B5EF4-FFF2-40B4-BE49-F238E27FC236}">
                <a16:creationId xmlns:a16="http://schemas.microsoft.com/office/drawing/2014/main" id="{6D846E8F-1EED-40BE-B9C6-267501F3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18" name="">
            <a:extLst xmlns:a="http://schemas.openxmlformats.org/drawingml/2006/main">
              <a:ext uri="{FF2B5EF4-FFF2-40B4-BE49-F238E27FC236}">
                <a16:creationId xmlns:a16="http://schemas.microsoft.com/office/drawing/2014/main" id="{58D472E6-8433-4360-8D30-4A5357C3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919" name="">
            <a:extLst xmlns:a="http://schemas.openxmlformats.org/drawingml/2006/main">
              <a:ext uri="{FF2B5EF4-FFF2-40B4-BE49-F238E27FC236}">
                <a16:creationId xmlns:a16="http://schemas.microsoft.com/office/drawing/2014/main" id="{0934DE7D-73CC-47A5-8031-71878C3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§4.12</a:t>
            </a:r>
            <a:endParaRPr/>
          </a:p>
        </p:txBody>
      </p:sp>
      <p:sp>
        <p:nvSpPr>
          <p:cNvPr id="1920" name="">
            <a:extLst xmlns:a="http://schemas.openxmlformats.org/drawingml/2006/main">
              <a:ext uri="{FF2B5EF4-FFF2-40B4-BE49-F238E27FC236}">
                <a16:creationId xmlns:a16="http://schemas.microsoft.com/office/drawing/2014/main" id="{0C8DF97E-EDEA-440B-B669-62D44AD1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访问权限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Access rights</a:t>
            </a:r>
          </a:p>
        </p:txBody>
      </p:sp>
      <p:sp>
        <p:nvSpPr>
          <p:cNvPr id="1921" name="">
            <a:extLst xmlns:a="http://schemas.openxmlformats.org/drawingml/2006/main">
              <a:ext uri="{FF2B5EF4-FFF2-40B4-BE49-F238E27FC236}">
                <a16:creationId xmlns:a16="http://schemas.microsoft.com/office/drawing/2014/main" id="{E4066455-08D2-448D-9D28-8E46FEB8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22" name="">
            <a:extLst xmlns:a="http://schemas.openxmlformats.org/drawingml/2006/main">
              <a:ext uri="{FF2B5EF4-FFF2-40B4-BE49-F238E27FC236}">
                <a16:creationId xmlns:a16="http://schemas.microsoft.com/office/drawing/2014/main" id="{A0D949EA-597B-446E-80D5-A243C34B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对象能否用“.”操作自己的变量、使用方法受访问权限限制。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Whether an object can use "." to operate its own variables and how to use it are subject to access permission restrictions.</a:t>
            </a:r>
          </a:p>
        </p:txBody>
      </p:sp>
      <p:sp>
        <p:nvSpPr>
          <p:cNvPr id="1923" name="">
            <a:extLst xmlns:a="http://schemas.openxmlformats.org/drawingml/2006/main">
              <a:ext uri="{FF2B5EF4-FFF2-40B4-BE49-F238E27FC236}">
                <a16:creationId xmlns:a16="http://schemas.microsoft.com/office/drawing/2014/main" id="{8EB2FB81-ED41-4604-A169-21AD8544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24" name="">
            <a:extLst xmlns:a="http://schemas.openxmlformats.org/drawingml/2006/main">
              <a:ext uri="{FF2B5EF4-FFF2-40B4-BE49-F238E27FC236}">
                <a16:creationId xmlns:a16="http://schemas.microsoft.com/office/drawing/2014/main" id="{3414BC82-D179-4E05-BE6F-C22A2D81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访问权限指对象能否通过“.”操作自己的变量或方法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Access rights refer to whether an object can operate its own variables or methods through "."</a:t>
            </a:r>
          </a:p>
        </p:txBody>
      </p:sp>
      <p:sp>
        <p:nvSpPr>
          <p:cNvPr id="1925" name="">
            <a:extLst xmlns:a="http://schemas.openxmlformats.org/drawingml/2006/main">
              <a:ext uri="{FF2B5EF4-FFF2-40B4-BE49-F238E27FC236}">
                <a16:creationId xmlns:a16="http://schemas.microsoft.com/office/drawing/2014/main" id="{5B86E5FA-9E2C-45D8-A8F8-554AC75E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26" name="">
            <a:extLst xmlns:a="http://schemas.openxmlformats.org/drawingml/2006/main">
              <a:ext uri="{FF2B5EF4-FFF2-40B4-BE49-F238E27FC236}">
                <a16:creationId xmlns:a16="http://schemas.microsoft.com/office/drawing/2014/main" id="{4A43F69E-9345-41AB-8CBD-AFA46062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访问限制修饰符：private、protected、public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Access restriction modifiers: private, protected, public</a:t>
            </a:r>
          </a:p>
        </p:txBody>
      </p:sp>
      <p:sp>
        <p:nvSpPr>
          <p:cNvPr id="1927" name="">
            <a:extLst xmlns:a="http://schemas.openxmlformats.org/drawingml/2006/main">
              <a:ext uri="{FF2B5EF4-FFF2-40B4-BE49-F238E27FC236}">
                <a16:creationId xmlns:a16="http://schemas.microsoft.com/office/drawing/2014/main" id="{1E67B81D-148C-44AD-8347-EAC6CBC3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28" name="">
            <a:extLst xmlns:a="http://schemas.openxmlformats.org/drawingml/2006/main">
              <a:ext uri="{FF2B5EF4-FFF2-40B4-BE49-F238E27FC236}">
                <a16:creationId xmlns:a16="http://schemas.microsoft.com/office/drawing/2014/main" id="{C30FE89B-D637-48AD-B30E-277ED3AD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它们用来修饰成员变量或方法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They are used to modify member variables or methods</a:t>
            </a:r>
          </a:p>
        </p:txBody>
      </p:sp>
      <p:sp>
        <p:nvSpPr>
          <p:cNvPr id="1929" name="">
            <a:extLst xmlns:a="http://schemas.openxmlformats.org/drawingml/2006/main">
              <a:ext uri="{FF2B5EF4-FFF2-40B4-BE49-F238E27FC236}">
                <a16:creationId xmlns:a16="http://schemas.microsoft.com/office/drawing/2014/main" id="{903AB257-3F08-4FFC-B509-04DF0682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2825" y="6238875"/>
            <a:ext cx="5619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99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526719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7CEBE-2A3B-4401-85E0-52B93A0F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562736-9387-4975-B0E6-531C2627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9E7133-4D14-4B08-97B5-CF2CAF43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60801F-D0A9-4073-81F9-8598E949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§4.12.2</a:t>
            </a:r>
            <a:endParaRPr/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5E049F-4B7C-4FD7-ACF6-8DD3151B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私有变量和私有方法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Private variables and private methods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46710-375B-4688-A136-3677B77C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AD30EA-B413-4295-8E57-0097AC0D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924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 private 修饰的成员变量和方法称为私有成员，仅在本类中创建的对象可访问。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Member variables and methods modified with private are called private members and can only be accessed by objects created in this class.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CE8493-25F1-4D65-8BC2-74097FED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409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E60FFB-0C21-4D56-B99F-997D319B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295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283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只有在本类中创建该类的对象时，才能访问其私有成员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Only when an object of this class is created within this class, its private members can be accessed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F9D0A5-3ED5-46D1-96CC-50A28E05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971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E3178C-5362-4424-B71A-3DC1E6B3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857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其他类中创建的对象不能用“.”直接操作私有变量/方法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Objects created in other classes cannot use "." to directly operate private variables/methods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4E301D-77B1-4FF3-94A3-16FC6341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32D7AF-0E40-4F8A-8478-3124BBF6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419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263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提倡通过类提供的方法来改变属性，使数据操作更合理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It is advocated to change attributes through the methods provided by classes to make data operations more reasonable.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f333364e6458d"/>
          <a:srcRect xmlns:a="http://schemas.openxmlformats.org/drawingml/2006/main" l="0" t="34" r="0" b="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81475" y="3133725"/>
            <a:ext cx="4410075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D8AD63-2F7E-4A5B-8656-61F490B0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6579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100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2291866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C4E481-234D-4287-8B76-E33430E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818B36-DC37-484B-83A2-2E80CBF6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FED382-69A4-4707-B82C-3A3298B8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47AC97-6CB0-45CC-A7C8-80014A98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例子19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2C7898-E060-46EB-8CCF-7D0CCDC8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访问权限示例（一）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Access permission example (1)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5F6F76-33E0-438A-BDB8-049C44A2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A5CAC6-F18D-47CE-825C-12F39BC1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Student 类将部分成员变量设为 private，类外无法直接访问。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Student class sets some member variables as private and cannot be accessed directly outside the class.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5a094b3f64d50"/>
          <a:srcRect xmlns:a="http://schemas.openxmlformats.org/drawingml/2006/main" l="13" t="0" r="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209800"/>
            <a:ext cx="7591425" cy="2886075"/>
          </a:xfrm>
          <a:prstGeom xmlns:a="http://schemas.openxmlformats.org/drawingml/2006/main" prst="roundRect">
            <a:avLst>
              <a:gd name="adj" fmla="val 3960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31499C-FCD0-48D3-B259-EFA8A616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101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14674235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2B760E-0928-4320-9918-F5E6B5D1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9D0FAA-20DC-410C-BB0D-F99C330F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4C8C7F-1F2C-45AA-9413-3F50472A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7B5FF2-0ADD-44C7-A4D5-9C1CEED2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例子19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19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AE1848-80BD-49E8-92B0-FD16AC0B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Student 类：学生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Student class: student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B7DD87-845F-455E-B7B5-DAFA65B2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7CB3D0-0DA0-4B2F-AE78-4BEB63F6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Student.java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Student.java auxiliary class code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e516ad1494fec"/>
          <a:srcRect xmlns:a="http://schemas.openxmlformats.org/drawingml/2006/main" l="2" t="0" r="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505450" y="1600200"/>
            <a:ext cx="486727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85E827-BAF8-4BF4-99B5-D2E9BD4A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102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080804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C0CCFE-ADBB-4D59-9FF3-855E4948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ED5DF6-B7E3-4A40-941D-1BF08886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CD0E592-0DB9-4D38-A6DC-E802A938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03E4D9-40EE-4C5C-854D-6B2604F1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§4.12.3</a:t>
            </a:r>
            <a:endParaRPr/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FA0695-C169-43DD-B780-5BCAAC30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共有变量和共有方法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Shared variables and shared methods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64704DE-0B26-474F-BF1C-849F50CE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1DD42BE-4BFC-4DE7-BE47-225D3BF8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 public 修饰的成员变量和方法称为共有成员。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Member variables and methods modified with public are called public members.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B17FB79-E269-4716-BAEF-4921EBCF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66E01E-A1DA-43D7-B507-FCD5FA55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368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在任何类中创建对象后，该对象能访问自己的 public 变量与方法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After creating an object in any class, the object can access its own public variables and methods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EC3554E-F924-46E7-A57B-2094E904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48AC63-4FDA-4A1D-918E-C4A0AFA9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也可通过类名访问 public 的 static 成员变量与方法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Public static member variables and methods can also be accessed through the class name.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819B89-8481-442C-844E-B0E222CB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103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0824100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D6487BA-6622-4ADB-AA60-88FC0B1C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9AD74F1-1450-44CB-8080-652348F1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C1B99D7-5E7E-4B0B-A319-FED5D2DC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07126F-38E4-4C55-A953-CD866D6D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§4.12.4</a:t>
            </a:r>
            <a:endParaRPr/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68F3FBB-CC30-49C4-8C0B-13020A78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友好变量和友好方法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Friendly variables and friendly methods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9929E39-1705-4042-9916-666DC941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7BE39ED-5D6E-44A7-B380-00852FB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899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不加修饰符的成员是友好成员，仅在同包内可访问。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Unmodified members are friendly members and are only accessible within the same package.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81311EB-418F-40F3-ACEC-E8DD20FA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24D95E-5D3B-48AB-8890-6E996041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898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若另一类与 Tom 类在同一包中，其对象能访问友好变量/方法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If another class is in the same package as the Tom class, its objects can access friendly variables/methods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DE39C82-8E7A-43E4-9CC1-9557A917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BE29AD4-277E-48D3-A393-9F3B7777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209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同包中也可通过 Tom 类名访问其 static 友好成员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Its static friendly members can also be accessed through the Tom class name in the same package.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2171D1E-C744-49B4-9585-6ED439C0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104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7824255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522B82F-C590-4E06-BB9E-C68DF010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5A0DCE8-01F1-4CF1-9C1F-F2A2D17B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8EDB8C1-1F05-4BE2-A806-6350665F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A8064F-DA82-445A-915E-AB1DBF64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§4.12.5</a:t>
            </a:r>
            <a:endParaRPr/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74D3FE0-D35A-47D6-AF68-B52609B4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949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受保护的成员变量和方法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Protected member variables and methods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5FCDDB7-A9B7-456C-82B5-F53E487D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951F5F8-BEDB-4C20-8CAA-55824B41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851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 protected 修饰的成员称为受保护成员。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Members modified with protected are called protected members.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0A4ADD3-9017-4345-B53C-4DAE6109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152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F751B98-60BE-496C-BA20-0817AA1A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038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介于友好与 public 之间，与继承相关（详见第 5 章）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Between friendly and public, related to inheritance (see Chapter 5 for details)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B20BD65-29BE-44EC-9D50-8B81D8B1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14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CE14E6D-FCE3-4CDA-A475-5CF21E00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003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同一包内及子类中可访问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Accessible within the same package and subclasses</a:t>
            </a:r>
          </a:p>
        </p:txBody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8d14fb1d840a3"/>
          <a:srcRect xmlns:a="http://schemas.openxmlformats.org/drawingml/2006/main" l="89" t="0" r="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14900" y="3314700"/>
            <a:ext cx="609600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04C7F92-CBA9-48F9-AC74-4FAE93D1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105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8085786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EE146C3-7003-487D-8B2A-B9057802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7BBE3AC-2139-428A-8FC7-92FF6C8C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4483C8E-D222-49A9-9758-F1CE9D91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C88C2DA-5399-41A6-9D59-78E3C097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§4.12.6</a:t>
            </a:r>
            <a:endParaRPr/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314BDA1-9866-46A6-83F1-2522E34D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27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public 类与友好类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public classes and friendly classes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FB82BEB-5F29-4CF4-BC3B-E15F4BBD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5CE2682-BAD2-4CAC-A579-73094337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346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类声明前加 public 的是 public 类，否则是友好类。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class declaration preceded by public is a public class, otherwise it is a friendly class.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EB4A82A-D4B4-4454-8D37-01F6C65C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0750983-4D3E-45AA-B3E2-132D45BA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public 类：可在任何其他类中用其创建对象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public class: can be used to create objects in any other class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BD95A5-A7E7-4EFD-AAAB-B183BBE6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29526D9-9455-435F-81A1-7B2ED640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278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友好类：使用友好类创建对象时须保证在同一包中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Friendly classes: When using friendly classes to create objects, they must be in the same package.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F40D42E-B8C0-4B4E-9AA4-2C324FCE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106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9848579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A24F272-6CD5-45F9-A22E-1A0D2BE1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6720C7C-89E1-4FFD-B2EA-DFA2E56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B9FCC0-3B63-4902-B209-13B3D196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B6FC24A-F662-4075-877C-B26093FB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§4.13</a:t>
            </a:r>
            <a:endParaRPr/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5DE7D-763F-4472-868D-CEEA7A4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99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基本类型的类封装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Class encapsulation of basic types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1EBB277-BC16-47A1-A909-91C42AC4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9602DE0-1CA8-44C7-9AC8-7DC03AA4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41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Java 为基本数据类型提供了对应的包装类，位于 java.lang 包。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Java provides corresponding wrapper classes for basic data types, located in the java.lang package.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5CFB42F-C731-4097-B1C3-64AB5529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FF4734D-81C0-44DC-86D0-9525785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基本类型：byte、short、int、long、float、double、char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Basic types: byte, short, int, long, float, double, char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1D33FA4-F5E2-420B-8BC3-806880F0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6A0F12F-AA71-4924-A987-228C3799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对应包装类：Byte、Short、Integer、Long、Float、Double、Character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Corresponding packaging classes: Byte, Short, Integer, Long, Float, Double, Character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1AA1109-BD65-441F-A560-4E220304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14914E7-C965-438C-A074-D75E6C93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这些类实现了对基本数据类型的封装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These classes implement encapsulation of basic data types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6475A75-E166-4DA5-ACB4-ECE58FDE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107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91081910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7EC1F4B-DE5E-47AC-9CBB-DC43A94F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944BF28-ECAA-4D9E-9DCD-2BAECC05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10B8DAC-240F-4169-AB47-005001C4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FD1327B-6F6B-4540-9089-A4C2F941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§4.13.1</a:t>
            </a:r>
            <a:endParaRPr/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5FF8F6E-B264-492B-83E3-6A9EEC28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Double 和 Float 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Double and Float classes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EB71B1C-BC7B-4B3C-BD43-B748E21F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A70CA94-AE42-4042-9691-D5B5CD48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Double、Float 类封装 double、float 基本型数据。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Double and Float classes encapsulate double and float basic data.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80F7626-5B11-4A0B-BB02-A08CCCA8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838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85A080A-0688-4A24-B114-9682409A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724150"/>
            <a:ext cx="736282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328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JDK 9 起构造方法过时，改用静态方法 Double.valueOf(double)、Float.valueOf(float)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constructor method is obsolete starting from JDK 9. Use static methods Double.valueOf(double) and Float.valueOf(float) instead.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8851D4E-46DE-4DCB-A75F-18CB120E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790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DF5742D-7328-4485-B696-CDDA8E04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676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Double 对象调用 doubleValue() 返回其中的 double 数据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Calling doubleValue() on a Double object returns the double data therein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1B39A9F-CCBF-4870-A0DF-928E3705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352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F553149-26EB-4D25-93C1-04F4A44E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238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Float 对象调用 floatValue() 返回其中的 float 数据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Float object calls floatValue() to return the float data therein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5976EA8-EBD2-4010-BBC7-EB670E38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108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10215256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A32CB8F-CD5E-4998-91D9-71FADBDD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9F79601-86C1-4310-9CE1-76767F73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A6E1D7A-5D14-425B-95AD-1648F8AD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BFFA994-B794-4B90-B1A9-87F292CC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§4.13.2</a:t>
            </a:r>
            <a:endParaRPr/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DA1DFA3-DC01-424A-8F73-06E692C8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Byte、Short、Integer、Long 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Byte, Short, Integer, Long classes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7E9F334-4AB4-43D9-87DF-56B2E8F1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E969FBB-2A3B-4385-BB8E-D0915E32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这些类封装对应的整数基本型数据，构造方法同样已过时。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These classes encapsulate the corresponding integer primitive data, and the constructor methods are also obsolete.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147ECE5-10D8-42CE-9567-21BC743D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114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5D44DD1-4C1C-49E5-8E92-F83688C8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000375"/>
            <a:ext cx="736282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834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改用 Byte.valueOf(byte)、Short.valueOf(short)、Integer.valueOf(int)、Long.valueOf(long)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Use Byte.valueOf(byte), Short.valueOf(short), Integer.valueOf(int), Long.valueOf(long) instead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2A03599-5552-4106-9830-20E63E97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067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5B2E89C-4C99-4E8D-9E69-9201C1AE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9528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分别调用 byteValue()、shortValue()、intValue()、longValue() 返回基本型数据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Call byteValue(), shortValue(), intValue(), longValue() respectively to return basic data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B504242-F4FE-4262-85E5-F19DC1B3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109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0245703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C88F21E-F33B-4984-B45F-EB5B5E9B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0258448-6925-4592-A5A6-8731CF7B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AD9978D-4B06-42BF-B467-6F667CF2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4E3E0C6-E920-40C5-B218-F92C30AD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§4.13.3</a:t>
            </a:r>
            <a:endParaRPr/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804B34B-10E4-4D8B-9960-EFB9A72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Character 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Character class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48E2371-FE07-4F3C-B6A0-C7FF2BD3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83E2B37-54F3-42B0-A9FC-C2C896BF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832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Character 类封装 char 基本型数据，提供一些常用类方法。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Character class encapsulates char basic type data and provides some common class methods.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9089C70-8C12-45B9-B9A5-97AEF473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DFAAEB0-EC43-488D-A5ED-0AE410E6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38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静态方法 valueOf(char c) 返回 Character 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Static method valueOf(char c) returns Character object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E497B67-F7C1-496F-8267-F61E62A7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A456A90-4706-475E-AD0E-B1DB8C96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isDigit(char ch)：ch 是数字字符返回 true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isDigit(char ch): ch is a numeric character and returns true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5DD4CDE-65C3-4E1E-9CC8-36F0DB0C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A868001-AC09-457A-BCB2-4DF1BBCA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isLetter(char ch)：ch 是字母返回 true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isLetter(char ch): ch is a letter and returns true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0B01927-4947-4033-9D3C-8F9EEE0C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D7165EA-A9D7-46FD-A0FB-AEF70CAA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324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153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例子20 将字符数组中的小写变大写、大写变小写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Example 20 Change the lowercase characters in the character array to uppercase, and the uppercase characters to lowercase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E0579A7-D547-45DB-931B-419E51A4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110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56319424"/>
      </p:ext>
    </p:extLst>
  </p:cSld>
</p:sld>
</file>

<file path=ppt/slides/slide1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E454427-8E90-493B-A616-00333159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98F2F93-CE65-41CA-B828-E7958145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6D38531-2CF9-4A87-878E-12E8316C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4C799D9-2697-4FF9-8307-14F457AD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例子20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2D2B6E4-83DB-49E1-8FF1-2494E95B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Character 类示例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Character class example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D302E9C-7376-4F59-9C0F-6F192897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7023442-1E3B-4820-A0DB-EB835103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208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 Character 类方法交换字符的大小写。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Swap the case of characters using the Character class methods.</a:t>
            </a:r>
          </a:p>
        </p:txBody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8b4203d2f4a06"/>
          <a:srcRect xmlns:a="http://schemas.openxmlformats.org/drawingml/2006/main" l="0" t="43" r="0" b="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48275" y="1600200"/>
            <a:ext cx="53911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92F8CA9-4708-4CCA-8205-A82362B6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111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31328574"/>
      </p:ext>
    </p:extLst>
  </p:cSld>
</p:sld>
</file>

<file path=ppt/slides/slide1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043EDA8-678D-4C63-B8BF-E08E3053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317DC6C-4E49-4EA3-89B5-258BB833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617A1EF-498F-4214-9F4C-30AAA15F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8222304-9463-4B43-944E-4ABCECF4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§4.14</a:t>
            </a:r>
            <a:endParaRPr/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F9A6B74-23B0-4EC5-8DC7-41D3527F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var 局部变量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var local variable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79FEF75-1E83-465F-A466-380AC5AD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471D765-824C-44AC-83AC-1778E59C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可用 var 声明局部变量，类型由编译器推断（仅限于方法体内）。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Local variables can be declared with var, and the type is inferred by the compiler (only within method bodies).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B017077-5F07-4E4B-855B-92DC3587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466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7B4F9E4-6A32-4A93-AB1F-49384F82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3526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25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不可在类体中声明成员变量；只能在方法体内用 var 声明局部变量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Member variables cannot be declared in the class body; local variables can only be declared with var in the method body.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CC280DB5-8A8D-427B-BC3F-84133A9E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A76793E-040C-459F-923C-FDDE53A5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声明时必须同时指定初值（初值不可以是 null）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initial value must be specified when declaring (the initial value cannot be null)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81D0862-1E7E-4A12-AFF5-EED38C14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3F0638C-F0BF-4828-985E-0038FE3B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var 不是动态变量，类型在编译阶段即确定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var is not a dynamic variable, the type is determined at the compilation stage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A11142E3-0110-4ADC-A52B-5EE03105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DE4A87E-8B64-446F-BA57-B35DEA4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方法的参数与返回类型不可用 var 声明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parameter and return type of the method are not available var declaration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F4BBFDC8-9F63-4F5F-BCF2-010B8783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714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6E033BF-40CC-4365-9E5B-476C04E8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6005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例子21 的 Tom 类方法 f 中用 var 声明局部变量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Use var to declare local variables in the Tom class method f in Example 21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D2BD67A-AF43-4199-B6EB-B0FBCC95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112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081373"/>
      </p:ext>
    </p:extLst>
  </p:cSld>
</p:sld>
</file>

<file path=ppt/slides/slide1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2BEFCB6-F1E2-47C8-A550-F6301F36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A6B36EA-6FDA-4F6C-AE7B-A98E0721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E1E38E4-81A9-44A3-88BF-81027D99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DDFA90D-B54F-43F5-AFB9-E3F6D90F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例子21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21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D0C7D966-74DC-4449-B9A1-0FC08635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var 局部变量示例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var local variable example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433D793-CDB4-4426-8E71-C94F8398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46B2920-8CCD-4F08-84B0-D2F8F4DA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12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方法体内用 var 声明局部变量，由初值推断类型。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Use var to declare local variables in the method body, and infer the type from the initial value.</a:t>
            </a:r>
          </a:p>
        </p:txBody>
      </p:sp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bc9e7b861483d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38725" y="1600200"/>
            <a:ext cx="580072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836BF72-2E84-404F-A8F6-E3A4F92E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113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4976080"/>
      </p:ext>
    </p:extLst>
  </p:cSld>
</p:sld>
</file>

<file path=ppt/slides/slide1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26B9359-A660-441F-AA81-465C0005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CC439F2-65E8-493D-BEF8-DBF191C4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D6CB5FF-DDB0-4F8A-BA70-1C0865C3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319FDA5-B432-4278-BF3F-FA13ABB0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§4.15</a:t>
            </a:r>
            <a:endParaRPr/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933397C0-5035-4633-A2CC-255F370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对象数组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object array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EFD096E-B7D8-4A7A-9B5E-AE529830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DDA0189-122B-4A24-8693-46CACA70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数组元素可以是对象；使用对象数组前须创建数组所包含的对象。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Array elements can be objects; before using an object array, you must create the objects contained in the array.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F4D8B29-BD9C-4C72-815C-A93BD9CB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A8013BF-3291-49AD-812B-13A9F458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38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不当做法：逐个声明 Student stu1…stu10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Improper practice: Declare Student stu1…stu10 one by one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56B194D-0D81-48A6-98AD-079C8401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42EBFAE-1EE2-4099-9971-D1E9B283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正确做法：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Student[] stu;  stu = new Student[10];</a:t>
            </a:r>
            <a:endParaRPr/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F0AB0D7-64E3-4832-9D2E-ABD2CC8A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78419D8-8BCB-4AB3-AF4C-79413D1B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new 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仅创建数组，元素仍是空对象，须用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 stu[0] = new Student(); 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创建</a:t>
            </a:r>
            <a:endParaRPr/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5DDB3F5-B11C-477B-BA8B-A9EA657C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80E00A7-1F10-492C-8C81-9D7FBD13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324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例子22 中使用了对象数组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Example 22 uses an array of objects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A39DC5C-5A56-49A0-B307-A6786E2B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114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33264503"/>
      </p:ext>
    </p:extLst>
  </p:cSld>
</p:sld>
</file>

<file path=ppt/slides/slide1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CCF6435-2946-4CD6-BCE9-28BC612A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BD4602B-FB10-435A-890F-B7DF3154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675199F-7F1F-4911-B59D-9BA0B910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63BFF97C-FE28-4CA3-8377-4863E6A6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例子22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22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5C8185B9-1572-464E-9B9B-8A435011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对象数组示例（上）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Object array example (top)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67E408A-D6FC-457C-BDCF-31E3AB17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5489012-16EF-4DAD-88F6-293C16C5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169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声明并创建对象数组，逐个实例化元素。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Declare and create an array of objects, instantiating elements one by one.</a:t>
            </a:r>
          </a:p>
        </p:txBody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d5473fab94c21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19675" y="1600200"/>
            <a:ext cx="583882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4B39DD8-5CCA-4CBF-BEE6-37730027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115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39912923"/>
      </p:ext>
    </p:extLst>
  </p:cSld>
</p:sld>
</file>

<file path=ppt/slides/slide1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386DE6FD-6C16-4174-8D45-8E2FA6D0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8837DC4A-6F6A-4DCD-A69B-B2B008BE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DE42E11A-9203-4916-ACAE-566094A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9DEAF6E-A3AA-4901-944C-1F3185E6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§4.16</a:t>
            </a:r>
            <a:endParaRPr/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7833024E-6514-4968-831F-9DC99DAA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jar 文件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jar file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25BD9D6-09A9-41B7-892F-CF55CF47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1CF527B-F7F0-4192-8545-8474EFE5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899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jar 文件用于将多个类的字节码打包，便于分发与复用。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jar files are used to package the bytecode of multiple classes for easy distribution and reuse.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9BCE6AA-34C4-470E-AF06-B6D5D961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081E5EF8-DF0F-46D2-8568-13C90878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用清单文件（如 qingdan.mf）描述 jar 内容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Use a manifest file (such as qingdan.mf) to describe the contents of the jar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E0CD0D33-1648-47B7-A82B-3F02118A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CDB83DF9-5629-40C3-A1BC-11A5E135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用 jar 命令生成 jar 文件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Use jar command to generate jar file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48E0A2BF-56CB-472E-A5D6-33CED4EF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1FC3A2E-4F40-4998-AB65-364BC388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jar 文件可分为文档性质 jar 与可运行 jar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Jar files can be divided into document jars and runnable jars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FF92EE6-9D3E-4949-B1F2-1675F3D3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116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9595438"/>
      </p:ext>
    </p:extLst>
  </p:cSld>
</p:sld>
</file>

<file path=ppt/slides/slide1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F7E173A-676D-4845-A373-448AE331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3391EF2-73A9-4147-8DCF-7F8CD099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4B9AA52-F5A3-4477-84E9-447C1F93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DFA27B9-D663-4EED-8C66-568F5F14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§4.16.1</a:t>
            </a:r>
            <a:endParaRPr/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3991EACD-AA92-4C7B-847C-FB5C7EAA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文档性质的 jar 文件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Documentation jar file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C3ED4B7D-7425-4056-A2C0-6F39C7E2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A53D114-31FD-44C8-AC8E-39FBE16C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将若干类的字节码打包为文档性质 jar，供其他程序通过 import 引入。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Package the bytecode of several classes into document jars for other programs to introduce through import.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EFC7F5B6-CA4D-434C-8C7A-1380344C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16BD6DD-F915-4AE9-9682-FDC0E495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例子23：TestOne（包 sohu.com）、TestTwo（包 sun.hello.moon）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Example 23: TestOne (includes sohu.com), TestTwo (includes sun.hello.moon)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20883B86-DE62-46B5-9E36-EDECF50E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4F6E3B32-6A37-43F2-9789-66CBA933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源文件分别存于 C:\ch4\sohu\com 与 C:\ch4\sun\hello\moon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source files are stored in C:\ch4\sohu\com and C:\ch4\sun\hello\moon respectively.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A44466CA-4953-4836-A3EA-20B43A28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1307B1D-0E2C-4378-BAD1-28AFF9D3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C:\ch4&gt; jar cfm Jerry.jar qingdan.mf sohu\com\*.class sun\hello\moon\*.class</a:t>
            </a:r>
            <a:endParaRPr/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7FA0EAA4-2B39-4531-9F93-F3F51239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117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8803463"/>
      </p:ext>
    </p:extLst>
  </p:cSld>
</p:sld>
</file>

<file path=ppt/slides/slide1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275F626-DA26-46F5-A58E-E44A43E1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A05C993E-EAA3-4730-8349-1B0979D9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AC32FD35-81BE-469C-92CE-2168B9D8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26333DEB-AD9C-45C3-AB91-AF51A10E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例子23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23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F836D7A-1307-4843-8E43-334BE37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761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文档性质 jar 示例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Document nature jar example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62A8BE7-9936-4B69-A9A2-C9DCFBA6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10217768-04A5-40BC-ADFA-F395261E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打包 sohu.com 与 sun.hello.moon 中的类为 Jerry.jar。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classes in sohu.com and sun.hello.moon are packaged as Jerry.jar.</a:t>
            </a:r>
          </a:p>
        </p:txBody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dee3f6d544b39"/>
          <a:srcRect xmlns:a="http://schemas.openxmlformats.org/drawingml/2006/main" l="0" t="69" r="0" b="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409825"/>
            <a:ext cx="7591425" cy="2495550"/>
          </a:xfrm>
          <a:prstGeom xmlns:a="http://schemas.openxmlformats.org/drawingml/2006/main" prst="roundRect">
            <a:avLst>
              <a:gd name="adj" fmla="val 4580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36F5C68C-2A9C-40CF-B0BE-6CBDDBF3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118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988772"/>
      </p:ext>
    </p:extLst>
  </p:cSld>
</p:sld>
</file>

<file path=ppt/slides/slide1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213C4009-38ED-4D86-948A-7190BB78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5460A56-501E-4A90-9D6A-A875FAF6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EF5FC5AE-031A-4B0B-9BFE-1EC312DF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3AE06779-4C74-4188-89A9-0195B273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例子23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23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3A344DDB-67DF-4D6E-81FF-8ED97D3B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49567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038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TestTwo 类（sun/hello/moon 子目录）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TestTwo class (sun/hello/moon subdirectory)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578DBBB3-3EC1-4534-8C8D-72DCE681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4385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2B432D3-71F1-47E0-B874-762D3CCD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695700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TestTwo.java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TestTwo.java auxiliary class code</a:t>
            </a:r>
          </a:p>
        </p:txBody>
      </p:sp>
      <p:pic>
        <p:nvPicPr>
          <p:cNvPr id="3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d97c32f0f4643"/>
          <a:srcRect xmlns:a="http://schemas.openxmlformats.org/drawingml/2006/main" l="0" t="68" r="0" b="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2428875"/>
            <a:ext cx="7591425" cy="2457450"/>
          </a:xfrm>
          <a:prstGeom xmlns:a="http://schemas.openxmlformats.org/drawingml/2006/main" prst="roundRect">
            <a:avLst>
              <a:gd name="adj" fmla="val 4651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18BA78B5-F74E-44B0-A551-ED8A717A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119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24964290"/>
      </p:ext>
    </p:extLst>
  </p:cSld>
</p:sld>
</file>

<file path=ppt/slides/slide1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DEFFF112-E43A-499E-B2FC-21E0AB5B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14E425DB-B474-4876-A779-4D001140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273E69BD-2EB7-4EE0-A354-6EC611D3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32A0544-9420-4696-AC3E-60FAE787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§4.16.1</a:t>
            </a:r>
            <a:endParaRPr/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6200DE12-A056-4752-B798-90763C2C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使用 jar 文件中的类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Using classes from jar files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BF5139B6-566A-42CA-AA00-7A8FD93C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84080EEE-527B-446D-8F87-ED4045A7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其他程序可用 import 引入 jar 文件中的类，编译/运行时用 -cp 指定 jar。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Other programs can use import to introduce classes in jar files, and use -cp to specify jar when compiling/running.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F357636-5996-4A3D-86F1-0A85CECA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C6877C78-88A9-48DD-B56F-FC292771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913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例子24（包 tom.jiafei）用 import 引入例子23 生成的 Jerry.jar 中的类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Example 24 (package tom.jiafei) uses import to introduce the classes in Jerry.jar generated in Example 23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8BE02DBD-3FB4-419A-84B0-A2719BBC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939AB0E7-65EC-4DF0-B656-C7997226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编译：C:\ch4&gt; javac -cp .;Jerry.jar tom\jiafei\Example4_24.java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Compile: C:\ch4&gt; javac -cp .;Jerry.jar tom\jiafei\Example4_24.java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23E73044-8D29-4A50-B941-697BD67D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3E637F3C-147B-4840-8D7D-B0D79692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运行：C:\ch4&gt; java -cp Jerry.jar tom.jiafei.Example4_24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Run: C:\ch4&gt; java -cp Jerry.jar tom.jiafei.Example4_24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DD8CEBB9-3C6E-495D-A908-4D7BFBF9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120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6521162"/>
      </p:ext>
    </p:extLst>
  </p:cSld>
</p:sld>
</file>

<file path=ppt/slides/slide1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9B5C1965-655B-4377-8AB2-084CFB59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9F4C97D8-A7F1-4449-BF0D-255E5451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82D324ED-2F9B-486A-8E0D-47C5367E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3FA1243E-B06B-4DD9-8090-EE7A9716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例子24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24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23308593-1B84-416B-B236-3B2119E5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使用 jar 中类示例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 using classes in jar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AF7FE9A5-60F7-4743-9B70-4A577829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345B74F0-CC86-4CAD-B88F-FD899FAC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065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编译/运行主类时通过 -cp 加载 Jerry.jar。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Jerry.jar is loaded via -cp when compiling/running the main class.</a:t>
            </a:r>
          </a:p>
        </p:txBody>
      </p:sp>
      <p:pic>
        <p:nvPicPr>
          <p:cNvPr id="3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47c779c744562"/>
          <a:srcRect xmlns:a="http://schemas.openxmlformats.org/drawingml/2006/main" l="16" t="0" r="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438650" y="1600200"/>
            <a:ext cx="701040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BF4E3171-189A-4D41-A623-7B622252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121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27094120"/>
      </p:ext>
    </p:extLst>
  </p:cSld>
</p:sld>
</file>

<file path=ppt/slides/slide1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D0098637-74BE-4400-9295-AD0E6360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247DEAEA-D4E7-4F3E-97BE-A62F6288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9C44BB46-EC41-45D1-A0AF-83CAEA46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EB411FAF-E936-4168-961B-113C339D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§4.16.2</a:t>
            </a:r>
            <a:endParaRPr/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4A85A12E-ED5F-46E2-B074-1BEF6FCD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可运行的 jar 文件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Runnable jar file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7A53D500-C6A4-4C23-BAB9-E3585438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91CE2A62-DAB3-4B87-BC0D-BA8B156D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338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将整个 Java 应用打包为可运行 jar，用 java -jar 直接运行。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Package the entire Java application into a runnable jar and run it directly with java -jar.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32348C7B-C400-4C11-80EC-E0D0ABC8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9CCC3028-F776-4B9B-9584-86904CC6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384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例子25 含三个源文件：Circle.java、Circular.java、Example4_25.java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Example 25 contains three source files: Circle.java, Circular.java, Example4_25.java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1A60884A-BA33-46F5-BF4D-DA9A761D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F86303E4-9DC4-4143-B200-BA6A4F6D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004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分别存于 C:\ch4\data\one、data\two、my\app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Stored in C:\ch4\data\one, data\two, my\app respectively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2011CFE-6824-4E60-9E63-5269CC60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B5F508C2-4798-4D91-84FC-1E647085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7623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制作：jar -cfm App.jar moon.mf data/one/*.class data/two/*.class my/app/*.class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Make: jar -cfm App.jar moon.mf data/one/*.class data/two/*.class my/app/*.class</a:t>
            </a: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3F75E3D9-543C-4135-A3AC-63E7F1A8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2DE3100B-8FB7-47F1-BDB9-3AFA092F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3243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执行：java -jar App.jar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Execution: java -jar App.jar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F53901E-BB58-4930-98D8-D5BD1830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122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40336628"/>
      </p:ext>
    </p:extLst>
  </p:cSld>
</p:sld>
</file>

<file path=ppt/slides/slide1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581320D-5B90-4740-8586-4E26C47A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68F421C0-4441-40B7-9A70-3552A94C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76FE267C-71B8-4AD2-B966-504209EA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33837D5A-6239-4B21-B633-94B907E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例子25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25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1848D509-F868-482D-9F94-6B8A5CB1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可运行 jar 示例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Runnable jar example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D4EEE10-1AD4-4EA2-8C93-678C4755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43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DE8D9707-C674-4C6A-B97C-89B5C2AD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003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747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以 moon.mf 为主清单制作并运行 App.jar。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Make and run App.jar using moon.mf as the main manifest.</a:t>
            </a:r>
          </a:p>
        </p:txBody>
      </p:sp>
      <p:pic>
        <p:nvPicPr>
          <p:cNvPr id="3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be4926fd843b5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905000"/>
            <a:ext cx="7591425" cy="3495675"/>
          </a:xfrm>
          <a:prstGeom xmlns:a="http://schemas.openxmlformats.org/drawingml/2006/main" prst="roundRect">
            <a:avLst>
              <a:gd name="adj" fmla="val 3270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1EADE139-7419-4D35-A8EF-B82CE393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123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09059353"/>
      </p:ext>
    </p:extLst>
  </p:cSld>
</p:sld>
</file>

<file path=ppt/slides/slide1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8366339-EE9D-42F8-B8E7-8F32309D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131E3F0A-ED21-4D48-9941-A0759600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31B99C1C-FA8E-4289-98C8-27C8D196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FF52677F-8E90-4B87-B79F-C8B5A115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例子25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25</a:t>
            </a: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BAB8B8CC-6640-423D-886A-75EC359C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65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Circular 类（data/two 子目录）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Circular class (data/two subdirectory)</a:t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015F10BE-8B85-42CA-902D-03E5C394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4385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8C2F0626-5EF5-4DDC-B33F-6B3AA20F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695700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Circular.java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Circular.java auxiliary class code</a:t>
            </a:r>
          </a:p>
        </p:txBody>
      </p:sp>
      <p:pic>
        <p:nvPicPr>
          <p:cNvPr id="3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ee119621449b3"/>
          <a:srcRect xmlns:a="http://schemas.openxmlformats.org/drawingml/2006/main" l="0" t="9" r="0" b="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43525" y="1600200"/>
            <a:ext cx="519112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AED2548F-AE45-46FF-B19A-122AC806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124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3415494"/>
      </p:ext>
    </p:extLst>
  </p:cSld>
</p:sld>
</file>

<file path=ppt/slides/slide1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301A7C72-13B2-441F-9944-8A8E0CA9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415DED47-82D3-4D28-BCA5-5807B825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081C65E8-FCE5-46ED-BD07-70BAC4D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8DBD615C-8DDF-4E40-9466-77771E6F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例子25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25</a:t>
            </a:r>
          </a:p>
        </p:txBody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ADE1A7D3-E67B-424A-8089-4DE0C67E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64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249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Circle 类（data/one 子目录）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Circle class (data/one subdirectory)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9DD09D5C-7639-4CB3-9215-E468A3B3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4385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33413E8F-5E79-457F-AB0B-C6F09009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695700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Circle.java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Circle.java auxiliary class code</a:t>
            </a:r>
          </a:p>
        </p:txBody>
      </p:sp>
      <p:pic>
        <p:nvPicPr>
          <p:cNvPr id="4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30478bc73438f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67325" y="1600200"/>
            <a:ext cx="53530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9B1BCF49-394C-408E-AE10-45C32C2F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125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7152331"/>
      </p:ext>
    </p:extLst>
  </p:cSld>
</p:sld>
</file>

<file path=ppt/slides/slide1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222893ED-7F2D-487A-B902-8212332E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00892866-BAD7-492C-A79F-DCDDFB52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E6FC40D3-0819-4ED0-A41D-1E3B398E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1CC69D61-5201-4F90-A376-6360C9E5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§4.17</a:t>
            </a:r>
            <a:endParaRPr/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FF0A7E89-04D9-4B45-982C-34A85B0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文档生成器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Document generator</a:t>
            </a: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CE1D36DA-14AE-4F37-8DC8-E32C95D4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483BDEF7-AA21-4642-A3D2-A9A901E7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68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使用 JDK 的 javadoc.exe 可生成源文件类结构的 HTML 文档。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Use the JDK's javadoc.exe to generate HTML documentation of the source file's class structure.</a:t>
            </a: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49C2C8DE-FF37-4F3A-84D6-55F25F44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06EDD7FE-FDA6-498B-96C3-FDBACC39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在源文件目录执行：javadoc Example.java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Execute in the source file directory: javadoc Example.java</a:t>
            </a: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A5AE8189-7E53-4960-838B-1CDA7339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700DA9E9-C6BF-4E3A-A838-2FA6E36D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0471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生成若干 HTML 文档，描述类的组成结构（方法、成员变量）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Generate several HTML documents to describe the structure of the class (methods, member variables)</a:t>
            </a:r>
          </a:p>
        </p:txBody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447FCD21-89FE-4E72-A81C-0EDE7C2F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B20937A0-F2CE-494C-ACAA-6632CFE0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便于阅读与维护 API 文档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Easy to read and maintain API documentation</a:t>
            </a:r>
          </a:p>
        </p:txBody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73CB2F14-1448-43DC-8F8C-77988654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126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3387729"/>
      </p:ext>
    </p:extLst>
  </p:cSld>
</p:sld>
</file>

<file path=ppt/slides/slide1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2341F6EF-BF21-4F43-BEA5-BE3B1017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B14A2D7D-EE50-4552-9D81-D820E6D3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43931C76-10BD-4169-8E26-12125D94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DCAB8BF0-A777-4720-853C-380D6BA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§4.18</a:t>
            </a:r>
            <a:endParaRPr/>
          </a:p>
        </p:txBody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D4CC37D-ACB9-41B3-BCE4-E3B2E603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应用举例：有理数的类封装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Application example: Class encapsulation of rational numbers</a:t>
            </a: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9E570EBC-9D3E-4CFD-8E7F-5DB010FA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99C0171A-35AF-4265-A729-46335F5D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164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有理数有分子、分母两个重要成员及四则运算，用 Rational 类对其进行封装。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Rational numbers have two important members, numerator and denominator, and four arithmetic operations, which are encapsulated by the Rational class.</a:t>
            </a:r>
          </a:p>
        </p:txBody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D31A65E0-94EC-4C92-9714-5F047386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704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880ECBEE-E595-494C-AA92-0662DCCD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5906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504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Rational 类封装分子与分母，并提供四则运算方法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Rational class encapsulates the numerator and denominator and provides four arithmetic operations methods</a:t>
            </a:r>
          </a:p>
        </p:txBody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D8AE8AAE-EC03-4F33-B1A4-7970FC90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266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B75DEB90-F8E1-4247-B4B8-D6198A78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152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Rational 类的 UML 图如图 4.31 所示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UML diagram of the Rational class is shown in Figure 4.31</a:t>
            </a:r>
          </a:p>
        </p:txBody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426B1640-DD4F-49D9-9CC0-68262165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828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2F292E1D-407C-4C84-9DF4-322C51C6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714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例子26 给出 Rational 类的代码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Example 26 gives the code for the Rational class</a:t>
            </a:r>
          </a:p>
        </p:txBody>
      </p:sp>
      <p:pic>
        <p:nvPicPr>
          <p:cNvPr id="4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aa20b86194dee"/>
          <a:srcRect xmlns:a="http://schemas.openxmlformats.org/drawingml/2006/main" l="0" t="34" r="0" b="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24600" y="3429000"/>
            <a:ext cx="3267075" cy="232410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0D3041C0-E6E6-4899-9EFE-A478DE48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127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7920879"/>
      </p:ext>
    </p:extLst>
  </p:cSld>
</p:sld>
</file>

<file path=ppt/slides/slide1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54B7F279-812F-426E-A10E-A0D09631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B1ECBC68-AC9C-48EB-8FB4-69A22765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6002B317-004E-47A3-80FE-F491BE90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4F5B9C80-1410-43EB-9B75-8ACB1BFE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例子26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26</a:t>
            </a:r>
          </a:p>
        </p:txBody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952D9C28-BC8A-47B0-91BD-3CF11724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757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有理数类封装示例（一） （1/7）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Rational number class encapsulation example (1) (1/7)</a:t>
            </a:r>
          </a:p>
        </p:txBody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EBC13761-13BD-42C5-A369-E7698E74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B4D3F609-B671-4983-AAEB-9453F8CC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1776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Rational 类的成员变量与构造方法。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Member variables and constructors of the Rational class.</a:t>
            </a:r>
          </a:p>
        </p:txBody>
      </p:sp>
      <p:pic>
        <p:nvPicPr>
          <p:cNvPr id="4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dbd642ad44223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733550"/>
            <a:ext cx="7591425" cy="3848100"/>
          </a:xfrm>
          <a:prstGeom xmlns:a="http://schemas.openxmlformats.org/drawingml/2006/main" prst="roundRect">
            <a:avLst>
              <a:gd name="adj" fmla="val 2970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8507078C-ABA9-4FFA-849E-0E413F54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128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957148"/>
      </p:ext>
    </p:extLst>
  </p:cSld>
</p:sld>
</file>

<file path=ppt/slides/slide1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1F1192BA-3D48-4C2D-9CBB-226DDCBE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BE4D16CA-B6B9-4A20-8384-FC84EB6C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CD13FE2F-38F2-4C40-BE91-352F22CC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48F1120B-48A9-4EF3-968A-172DB56D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例子26（续）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26 (continued)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9EF4F47C-62C0-4FE4-B401-63CAD129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757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有理数类封装示例（一） （2/7）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Rational number class encapsulation example (1) (2/7)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9F209802-D236-42CC-868D-F2814B46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1D568A2C-D729-4337-AC89-F4B30F75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2 页代码卡（共 7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2 Code Cards (7 pages total)</a:t>
            </a:r>
          </a:p>
        </p:txBody>
      </p:sp>
      <p:pic>
        <p:nvPicPr>
          <p:cNvPr id="4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2069e14144194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562475" y="1600200"/>
            <a:ext cx="67627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2EF7D54-489F-46C9-810B-8869635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129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1847859"/>
      </p:ext>
    </p:extLst>
  </p:cSld>
</p:sld>
</file>

<file path=ppt/slides/slide1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23E09C34-9E5A-4508-9270-D98A2C6C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C2D6067E-A848-4184-BC6E-54EB69CA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A839914C-671B-4027-A39C-9949888C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37D9626E-5A95-42F2-9932-E2CEF5BC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例子26（续）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26 (continued)</a:t>
            </a:r>
          </a:p>
        </p:txBody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75C58850-197A-4B7E-ABF4-9AC9884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757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有理数类封装示例（一） （3/7）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Rational number class encapsulation example (1) (3/7)</a:t>
            </a:r>
          </a:p>
        </p:txBody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D407BBF8-5D25-41BF-BC1C-66329D08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066437CD-6D83-4C40-9B5D-B4E40CF9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3 页代码卡（共 7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3 Code Cards (7 pages total)</a:t>
            </a:r>
          </a:p>
        </p:txBody>
      </p:sp>
      <p:pic>
        <p:nvPicPr>
          <p:cNvPr id="4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849f3da134c51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562475" y="1600200"/>
            <a:ext cx="67627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9F6A0901-13EA-4C91-9C66-971C5949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130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4559948"/>
      </p:ext>
    </p:extLst>
  </p:cSld>
</p:sld>
</file>

<file path=ppt/slides/slide1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601E87DC-CD84-45BF-B98D-5D7DE347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B6AF31BA-A1CE-4D84-A2F3-72B4327A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DB1ECD98-7B65-4483-88CB-8796B535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D55C9439-E0F7-4EB9-851A-C88F159D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例子26（续）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26 (continued)</a:t>
            </a:r>
          </a:p>
        </p:txBody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62215986-1289-40A1-89E3-D6094C95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757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有理数类封装示例（一） （4/7）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Rational number class encapsulation example (1) (4/7)</a:t>
            </a:r>
          </a:p>
        </p:txBody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F30426FC-212F-4AF3-ABDA-524D5EAC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1AFA10CA-95B5-477B-8F03-4C89620D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4 页代码卡（共 7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4 of 7 code cards</a:t>
            </a:r>
          </a:p>
        </p:txBody>
      </p:sp>
      <p:pic>
        <p:nvPicPr>
          <p:cNvPr id="4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43c4ab25c4cd3"/>
          <a:srcRect xmlns:a="http://schemas.openxmlformats.org/drawingml/2006/main" l="0" t="39" r="0" b="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981200"/>
            <a:ext cx="7591425" cy="3343275"/>
          </a:xfrm>
          <a:prstGeom xmlns:a="http://schemas.openxmlformats.org/drawingml/2006/main" prst="roundRect">
            <a:avLst>
              <a:gd name="adj" fmla="val 3419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E3873865-B08E-4BF8-A1B3-0DD38540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131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2792224"/>
      </p:ext>
    </p:extLst>
  </p:cSld>
</p:sld>
</file>

<file path=ppt/slides/slide1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5F6BF738-2F80-4E17-9959-BE3E94E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BB8FB52E-B012-4991-84D6-4029C9AE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DFDF4047-75AC-424A-976D-798EF867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434BDDE5-D809-4801-B1B0-2629178A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例子26（续）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26 (continued)</a:t>
            </a:r>
          </a:p>
        </p:txBody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1DDECBAB-4CB3-40D6-B854-2FA84A28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757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有理数类封装示例（一） （5/7）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Rational number class encapsulation example (1) (5/7)</a:t>
            </a:r>
          </a:p>
        </p:txBody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89FE68E1-1DA3-490C-8F6B-0F03724E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AC176C88-4608-4570-A2AE-BBF8873A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5 页代码卡（共 7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5 of 7 code cards</a:t>
            </a:r>
          </a:p>
        </p:txBody>
      </p:sp>
      <p:pic>
        <p:nvPicPr>
          <p:cNvPr id="5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3afd0aa024dba"/>
          <a:srcRect xmlns:a="http://schemas.openxmlformats.org/drawingml/2006/main" l="0" t="39" r="0" b="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981200"/>
            <a:ext cx="7591425" cy="3343275"/>
          </a:xfrm>
          <a:prstGeom xmlns:a="http://schemas.openxmlformats.org/drawingml/2006/main" prst="roundRect">
            <a:avLst>
              <a:gd name="adj" fmla="val 3419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AFAB3991-524B-4796-9612-F8AEE4FB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132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8698368"/>
      </p:ext>
    </p:extLst>
  </p:cSld>
</p:sld>
</file>

<file path=ppt/slides/slide1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EB9AA9FD-F315-42F2-80FB-F859F776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2248AB46-E4F2-4356-81D4-3215A4CA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5C8CB1CC-FBA0-4F9C-B08F-E84317A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6E120F94-848F-45B8-AEC1-AE55B3E9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例子26（续）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26 (continued)</a:t>
            </a:r>
          </a:p>
        </p:txBody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42688D18-A0F8-4CF3-AED2-34858239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757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有理数类封装示例（一） （6/7）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Rational number class encapsulation example (1) (6/7)</a:t>
            </a:r>
          </a:p>
        </p:txBody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61B4466-8F05-479F-84CE-C93A469B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C68436BA-B48D-41B1-9524-F0569AD6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6 页代码卡（共 7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6 of 7 code cards</a:t>
            </a:r>
          </a:p>
        </p:txBody>
      </p:sp>
      <p:pic>
        <p:nvPicPr>
          <p:cNvPr id="5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cbc09fb0d4699"/>
          <a:srcRect xmlns:a="http://schemas.openxmlformats.org/drawingml/2006/main" l="0" t="39" r="0" b="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981200"/>
            <a:ext cx="7591425" cy="3343275"/>
          </a:xfrm>
          <a:prstGeom xmlns:a="http://schemas.openxmlformats.org/drawingml/2006/main" prst="roundRect">
            <a:avLst>
              <a:gd name="adj" fmla="val 3419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270F8B14-F00F-4614-9359-34E46B0E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133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1779608"/>
      </p:ext>
    </p:extLst>
  </p:cSld>
</p:sld>
</file>

<file path=ppt/slides/slide1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CE343F53-1294-428D-9AD2-8B8B1CAF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D43B5443-1A2C-4D62-BD00-8436F3F6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7D20FC8A-AFF1-45DE-914A-75066800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E383D62A-0C85-4EE9-8BFA-F7AE00A9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例子26（续）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26 (continued)</a:t>
            </a:r>
          </a:p>
        </p:txBody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F417DC5E-4CE4-41A2-87FF-4A05DA1A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757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有理数类封装示例（一） （7/7）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Rational number class encapsulation example (1) (7/7)</a:t>
            </a: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4BCDE376-49AC-4038-90D3-A7B5F6F3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8EFAA3B5-0403-4C3C-A976-DF118ECD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7 页代码卡（共 7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7 Code Cards (7 pages total)</a:t>
            </a:r>
          </a:p>
        </p:txBody>
      </p:sp>
      <p:pic>
        <p:nvPicPr>
          <p:cNvPr id="5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c36e94e3948a8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857375"/>
            <a:ext cx="7591425" cy="3600450"/>
          </a:xfrm>
          <a:prstGeom xmlns:a="http://schemas.openxmlformats.org/drawingml/2006/main" prst="roundRect">
            <a:avLst>
              <a:gd name="adj" fmla="val 3175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9D284B8E-BC3E-4E62-BFC7-752D97F4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134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6926237"/>
      </p:ext>
    </p:extLst>
  </p:cSld>
</p:sld>
</file>

<file path=ppt/slides/slide1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DD90B93A-AFEA-4729-B3A0-C1F6C2B9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8B360DF6-602B-45B1-A0BD-A5353BAC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828E9142-1F3B-4B53-B6B0-CECB2C59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B65CADC9-99A3-4C80-96FB-0420F887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§4.18</a:t>
            </a:r>
            <a:endParaRPr/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6B0A31F9-48B2-4CD1-899F-DED347E2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应用举例：分数四则运算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Application examples: four arithmetic operations on fractions</a:t>
            </a:r>
          </a:p>
        </p:txBody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75D00BFA-8008-4217-93A9-8131D636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337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B63F4258-1D39-4CD2-BC77-97E85F67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90875"/>
            <a:ext cx="3381375" cy="11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653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例子27 的主类使用 Rational 对象计算两个分数的四则运算，并求 2/1+3/2+5/3… 前 10 项和。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main class of Example 27 uses Rational objects to calculate the four arithmetic operations of two fractions and finds the sum of the first 10 terms of 2/1+3/2+5/3….</a:t>
            </a:r>
          </a:p>
        </p:txBody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D512E333-FF21-4480-B5E3-7AF757E3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B6A3379F-BD11-422C-82E6-70569EF5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1/5+3/2 = 17/10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1/5-3/2 = -13/10</a:t>
            </a:r>
            <a:endParaRPr/>
          </a:p>
        </p:txBody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26723277-A36B-4126-B444-75CBC87D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73ED0A4C-C1B5-4F3E-984B-204FDC5D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1/5×3/2 = 3/10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150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1/5÷3/2 = 2/15</a:t>
            </a:r>
            <a:endParaRPr/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E4BD9CF6-7BCE-4E79-8C61-43C5AF34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877A608E-D220-4A5A-8156-91991513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前 10 项和：分数 998361233/60580520；小数 16.479905306194137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Sum of the first 10 terms: fraction 998361233/60580520; decimal 16.479905306194137</a:t>
            </a:r>
          </a:p>
        </p:txBody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30B51D5F-F532-4511-AB86-33469B44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135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818329"/>
      </p:ext>
    </p:extLst>
  </p:cSld>
</p:sld>
</file>

<file path=ppt/slides/slide1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869CBF94-FE93-4C45-AD17-455948D0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CB6B3806-B810-4EFF-9F83-AE983EDA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3E444342-38C8-407E-BACB-5B7212E0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BA1DC7E3-8BDA-4805-8CCF-56FA09D3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例子27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27</a:t>
            </a:r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20470E75-02B4-4AA3-8A7A-B6628484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534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有理数四则运算示例（一） （1/3）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Examples of four arithmetic operations on rational numbers (1) (1/3)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B14CA29-12CE-4ED9-831F-67E51255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BAC6334-932E-47B4-A3F4-EA1670EE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61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Example4_27 主类使用 Rational 计算分数运算与前 10 项和。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Example4_27 The main class uses Rational to calculate fraction operations and the sum of the first 10 terms.</a:t>
            </a:r>
          </a:p>
        </p:txBody>
      </p:sp>
      <p:pic>
        <p:nvPicPr>
          <p:cNvPr id="5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df07f13f146a0"/>
          <a:srcRect xmlns:a="http://schemas.openxmlformats.org/drawingml/2006/main" l="0" t="11" r="0" b="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733925" y="1600200"/>
            <a:ext cx="64198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A740D0E-A639-4BF3-8739-8351D100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136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77831229"/>
      </p:ext>
    </p:extLst>
  </p:cSld>
</p:sld>
</file>

<file path=ppt/slides/slide1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23EB3B9-A781-471D-A513-B4ED9637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671AD37-799E-47C0-A21B-45853C1D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11102D6-646E-44E9-860F-3CA2CD71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4FD6316-7A2F-4B3B-B019-71516982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例子27（续）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27 (continued)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1A5EFF66-50C5-445B-8D7E-7F5C47A1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534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有理数四则运算示例（一） （2/3）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Examples of four arithmetic operations on rational numbers (1) (2/3)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4D6A2BC-B9C8-4836-BB8C-553D935A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7C30544-C50A-49B7-BB51-3ADD985C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2 页代码卡（共 3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2 Code Cards (3 pages total)</a:t>
            </a:r>
          </a:p>
        </p:txBody>
      </p:sp>
      <p:pic>
        <p:nvPicPr>
          <p:cNvPr id="5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e54dc4f40481d"/>
          <a:srcRect xmlns:a="http://schemas.openxmlformats.org/drawingml/2006/main" l="4" t="0" r="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371975" y="1600200"/>
            <a:ext cx="713422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3D7F070-21BA-4A44-9376-9D629CA0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137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47237534"/>
      </p:ext>
    </p:extLst>
  </p:cSld>
</p:sld>
</file>

<file path=ppt/slides/slide1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F3BBC83-1727-45BE-8E17-411EFF13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4659EBE-25B7-4A4B-9095-49B3BD93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B4FCB72-EA5D-4D7B-8E0A-E38E2AEA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F760F89A-C86F-4116-B54B-3D20BF44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例子27（续）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27 (continued)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F156EEE1-4534-4E42-8FA1-BEC84B2C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534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有理数四则运算示例（一） （3/3）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Examples of four arithmetic operations on rational numbers (1) (3/3)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6DDE2F05-E6B5-411C-BEBF-2DDCA572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E4465526-0F33-4B0E-8C9F-AD3A184E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3 页代码卡（共 3 页）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Page 3 Code Cards (3 pages total)</a:t>
            </a:r>
          </a:p>
        </p:txBody>
      </p:sp>
      <p:pic>
        <p:nvPicPr>
          <p:cNvPr id="5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0c90a3372442a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562475" y="1600200"/>
            <a:ext cx="67627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FBCAF890-AE5F-4A4A-B746-05786335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138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7785379"/>
      </p:ext>
    </p:extLst>
  </p:cSld>
</p:sld>
</file>

<file path=ppt/slides/slide1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92B3F31B-8E6F-46E9-BA55-C3DAB6E1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2235EE9A-F8D1-4447-92F3-7B37FE9A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EA09CCCC-0742-40C4-A892-E4EFB40F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EDD971F6-E153-4711-AB99-1BBA4A55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§4.18.2</a:t>
            </a:r>
            <a:endParaRPr/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4EE9F5C5-4E62-4681-AD37-6D3D04CA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搭建流水线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Build an assembly line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2C17060E-380D-43E8-B39E-9BEB1755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4D74549B-F1B4-4B82-93BF-822292A4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3842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343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若对象 a 含 b 的引用、b 含 c 的引用，可组合 a、b、c 搭建流水线。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If object a contains a reference to b and b contains a reference to c, you can combine a, b, and c to build a pipeline.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EEE9D425-AF09-4DE6-ACE2-FFCC8CEE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1647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561DBEEC-C68B-43ED-9533-68C4D846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15335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例子28 用流水线完成分数评定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Example 28 Use assembly line to complete score evaluation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B60A426-506E-4F75-84F3-29C6B914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209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84E4717B-1A0C-4ED8-86D6-48F1337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0955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InputScore 组合 DelScore；DelScore 组合 ComputerAver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InputScore composes DelScore; DelScore composes ComputerAver</a:t>
            </a: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6FAA9684-916E-4C6C-9586-3779C592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2771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0E9AF8F-2C4F-4501-9583-4563627E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65747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Line 组合 InputScore、DelScore、ComputerAver 三个实例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Line combines three instances of InputScore, DelScore, and ComputerAver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57E9593-FE79-4887-A86B-2378679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333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0C1A1C55-3642-4D1F-BD53-56D9847C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2194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运行类 SingGame 驱动整条流水线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running class SingGame drives the entire pipeline</a:t>
            </a:r>
          </a:p>
        </p:txBody>
      </p:sp>
      <p:pic>
        <p:nvPicPr>
          <p:cNvPr id="5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485c74dc34fbf"/>
          <a:srcRect xmlns:a="http://schemas.openxmlformats.org/drawingml/2006/main" l="38" t="0" r="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57825" y="3933825"/>
            <a:ext cx="5000625" cy="1885950"/>
          </a:xfrm>
          <a:prstGeom xmlns:a="http://schemas.openxmlformats.org/drawingml/2006/main" prst="roundRect">
            <a:avLst>
              <a:gd name="adj" fmla="val 4040"/>
            </a:avLst>
          </a:prstGeom>
        </p:spPr>
      </p:pic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CAA8D7AC-2ED5-4CFE-92BF-01F10CE0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139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5362560"/>
      </p:ext>
    </p:extLst>
  </p:cSld>
</p:sld>
</file>

<file path=ppt/slides/slide1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041B4BD1-8CA4-4F25-B574-35ABAE80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3DF67B08-B778-432B-B76E-FF3B9B65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6502C831-075A-43A4-96F5-0ED7AFE2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F3D3D9A7-4863-4A79-B7DC-B443EEAD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例子28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28</a:t>
            </a:r>
          </a:p>
        </p:txBody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5F9A99BA-778C-482A-9F3F-7C4A3C4A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01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分数评定流水线示例（一）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Score assessment pipeline example (1)</a:t>
            </a:r>
          </a:p>
        </p:txBody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FF5E4C49-16A1-4194-BF0A-2F5CCF60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35FD7EC0-D0E8-4C02-9F7D-70CFB72E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InputScore、DelScore 类搭建录入与去极值流水线。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The InputScore and DelScore classes build input and extreme value removal pipelines.</a:t>
            </a:r>
          </a:p>
        </p:txBody>
      </p:sp>
      <p:pic>
        <p:nvPicPr>
          <p:cNvPr id="6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f5c96b7954e54"/>
          <a:srcRect xmlns:a="http://schemas.openxmlformats.org/drawingml/2006/main" l="0" t="30" r="0" b="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43375" y="1952625"/>
            <a:ext cx="7591425" cy="3400425"/>
          </a:xfrm>
          <a:prstGeom xmlns:a="http://schemas.openxmlformats.org/drawingml/2006/main" prst="roundRect">
            <a:avLst>
              <a:gd name="adj" fmla="val 3361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6AFAC0E6-F1FA-49E3-84B0-449EF2AB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140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9795529"/>
      </p:ext>
    </p:extLst>
  </p:cSld>
</p:sld>
</file>

<file path=ppt/slides/slide1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F79DCC93-01CD-4C23-819C-E80412FB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04213C74-109B-4BBD-956B-0C8F2A76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3C37F21A-030E-45FD-858D-742B46D7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C42C4993-6224-44E6-8A62-F1AE2437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例子28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28</a:t>
            </a:r>
          </a:p>
        </p:txBody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80A735FD-D5DD-4FF8-A23F-8E57DE33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780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InputScore 类：录入分数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InputScore class: input score</a:t>
            </a:r>
          </a:p>
        </p:txBody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CB80CD68-3148-4D90-9A78-007FCBDF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0FBAA983-4CAD-4407-9370-E53929F4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InputScore.java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InputScore.java auxiliary class code</a:t>
            </a:r>
          </a:p>
        </p:txBody>
      </p:sp>
      <p:pic>
        <p:nvPicPr>
          <p:cNvPr id="6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c88fc91b04bd5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38800" y="1600200"/>
            <a:ext cx="460057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BECBABF5-E48A-4898-B2D6-395247AA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141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955581"/>
      </p:ext>
    </p:extLst>
  </p:cSld>
</p:sld>
</file>

<file path=ppt/slides/slide1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9F72A549-3709-460C-8AFF-35CB3695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42AE0DA9-2F15-4445-8428-B64A40D5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CE0CE139-671C-4F1C-80D4-72AB21CF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DD7AC16A-8A11-41D0-A09D-E08F905E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例子28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28</a:t>
            </a:r>
          </a:p>
        </p:txBody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04122DC2-B3A8-4FDF-BDC6-0359D718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0993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DelScore 类：去掉最高最低分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DelScore class: remove the highest and lowest scores</a:t>
            </a:r>
          </a:p>
        </p:txBody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0AC66F75-5DFF-4C75-B2EA-10189427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C2B08DA5-249B-47D0-8130-6D6B3251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DelScore.java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DelScore.java auxiliary class code</a:t>
            </a:r>
          </a:p>
        </p:txBody>
      </p:sp>
      <p:pic>
        <p:nvPicPr>
          <p:cNvPr id="6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4e4b227eb4ca1"/>
          <a:srcRect xmlns:a="http://schemas.openxmlformats.org/drawingml/2006/main" l="22" t="0" r="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733925" y="1600200"/>
            <a:ext cx="641032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F1429C3B-8B24-4534-80A7-1D52BD4E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142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8207462"/>
      </p:ext>
    </p:extLst>
  </p:cSld>
</p:sld>
</file>

<file path=ppt/slides/slide1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F25655B6-E976-4F88-A89B-F03D0BE1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CCBA9042-B580-470C-AB1B-67802E9F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AF312599-282D-4809-98CB-54B395DC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AC204DED-391D-4C86-BB4F-BF124A7A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例子28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28</a:t>
            </a:r>
          </a:p>
        </p:txBody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E5058A9C-5E6E-4A4A-9216-192490D0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38545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ComputerAver 类：计算平均分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ComputerAver class: Calculate the average score</a:t>
            </a:r>
          </a:p>
        </p:txBody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21DC91D0-E585-4268-A280-A1C7F2CE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DFC9D655-8836-4396-BE1E-CB0040E7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ComputerAver.java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ComputerAver.java auxiliary class code</a:t>
            </a:r>
          </a:p>
        </p:txBody>
      </p:sp>
      <p:pic>
        <p:nvPicPr>
          <p:cNvPr id="6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1e8e6cede4e55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429125" y="1600200"/>
            <a:ext cx="7029450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384821D8-6093-4722-A3BD-59C51273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143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40701109"/>
      </p:ext>
    </p:extLst>
  </p:cSld>
</p:sld>
</file>

<file path=ppt/slides/slide1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A30A236F-4777-4C75-9BEB-FEFF33D2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4081E38D-1AE6-4088-BA5F-A90F1D1D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76419409-0E62-4BE3-95FC-A46A0180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1F05E281-2437-4A0E-82D5-C77993BB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57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例子28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Example 28</a:t>
            </a:r>
          </a:p>
        </p:txBody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C3C218A5-EEB5-4FE5-8F54-13D5CB8E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562100"/>
            <a:ext cx="33813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49644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Line 类：组合整条流水线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Line class: combines the entire pipeline</a:t>
            </a:r>
          </a:p>
        </p:txBody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62A68C85-42DC-4A57-AA89-E196EE98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8956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2C5E02D1-3D59-4CD5-818B-36BF98F6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152775"/>
            <a:ext cx="338137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Line.java 辅助类代码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Line.java auxiliary class code</a:t>
            </a:r>
          </a:p>
        </p:txBody>
      </p:sp>
      <p:pic>
        <p:nvPicPr>
          <p:cNvPr id="6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084c5602c4672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57850" y="1600200"/>
            <a:ext cx="4562475" cy="4114800"/>
          </a:xfrm>
          <a:prstGeom xmlns:a="http://schemas.openxmlformats.org/drawingml/2006/main" prst="roundRect">
            <a:avLst>
              <a:gd name="adj" fmla="val 2778"/>
            </a:avLst>
          </a:prstGeom>
          <a:effectLst xmlns:a="http://schemas.openxmlformats.org/drawingml/2006/main"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CC6E3242-18D0-4D08-BA72-5469D82B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144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18313729"/>
      </p:ext>
    </p:extLst>
  </p:cSld>
</p:sld>
</file>

<file path=ppt/slides/slide1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2B6034FA-9C05-4AA3-BE11-1E7B9716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88CB3168-54E6-4E73-B270-C46F2DF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6AF6D8D0-99B9-400C-B3FC-3CA36FB9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7CCB7CF6-91D7-400C-9309-A73E9D59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16891BF1-AD12-4C0F-A255-E76E7A58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本章要点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Key points of this chapter</a:t>
            </a:r>
          </a:p>
        </p:txBody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7431CC55-00C4-4C7F-AD15-87862975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477F5BD8-FDEF-47A8-A33E-200FA616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1838325"/>
            <a:ext cx="7553325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0CC5A8AF-DFD5-4BB7-989C-0D239B2B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1838325"/>
            <a:ext cx="7553325" cy="1133475"/>
          </a:xfrm>
          <a:custGeom xmlns:a="http://schemas.openxmlformats.org/drawingml/2006/main">
            <a:pathLst>
              <a:path w="793" h="119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115"/>
                </a:lnTo>
                <a:cubicBezTo>
                  <a:pt x="6" y="117"/>
                  <a:pt x="8" y="119"/>
                  <a:pt x="10" y="119"/>
                </a:cubicBezTo>
                <a:cubicBezTo>
                  <a:pt x="4" y="119"/>
                  <a:pt x="0" y="114"/>
                  <a:pt x="0" y="10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BE52EA1F-9574-4DBF-A212-530BD254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1990725"/>
            <a:ext cx="71151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64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Classes and Objects</a:t>
            </a:r>
          </a:p>
        </p:txBody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09BD8028-AD71-481C-9AD1-AC249B35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2228850"/>
            <a:ext cx="7115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类是组成 Java 源文件的基本元素，是创建对象的模板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 class is a basic element of a Java source file and a template for creating objects</a:t>
            </a:r>
          </a:p>
        </p:txBody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7857598D-B972-4600-A8E8-90CCED10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2543175"/>
            <a:ext cx="7115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类体含成员变量与方法两类成员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 class body contains two kinds of members: member variables and methods</a:t>
            </a:r>
          </a:p>
        </p:txBody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B6C9BE3B-E432-4347-B942-C96BF769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3105150"/>
            <a:ext cx="7553325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9CDB495C-97BD-4DB1-A367-A98A707A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3105150"/>
            <a:ext cx="7553325" cy="1133475"/>
          </a:xfrm>
          <a:custGeom xmlns:a="http://schemas.openxmlformats.org/drawingml/2006/main">
            <a:pathLst>
              <a:path w="793" h="119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115"/>
                </a:lnTo>
                <a:cubicBezTo>
                  <a:pt x="6" y="117"/>
                  <a:pt x="8" y="119"/>
                  <a:pt x="10" y="119"/>
                </a:cubicBezTo>
                <a:cubicBezTo>
                  <a:pt x="4" y="119"/>
                  <a:pt x="0" y="114"/>
                  <a:pt x="0" y="10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 xmlns:a="http://schemas.openxmlformats.org/drawingml/2006/main">
            <a:srgbClr val="3D7B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3D701F16-CF97-4634-B53C-51084336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3257550"/>
            <a:ext cx="71151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64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实例与类成员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Instances and class members</a:t>
            </a:r>
          </a:p>
        </p:txBody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FAEB8257-27A4-4707-BAE5-75FEAA7A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3495675"/>
            <a:ext cx="7115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成员变量分实例变量（各对象互不相同）与类变量（共享）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Member variables include instance variables, which differ by object, and shared class variables</a:t>
            </a:r>
          </a:p>
        </p:txBody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190E2B66-8BBB-4D49-B01C-880E7E74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3810000"/>
            <a:ext cx="7115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方法分实例方法与类方法；类方法只能操作类变量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Methods include instance methods and class methods; class methods can directly operate only on class variables</a:t>
            </a:r>
          </a:p>
        </p:txBody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2205CD11-40D3-4D91-9715-443B0A7E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371975"/>
            <a:ext cx="7553325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DCAABED3-BD52-4CF6-AB09-D3E3988D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371975"/>
            <a:ext cx="7553325" cy="1133475"/>
          </a:xfrm>
          <a:custGeom xmlns:a="http://schemas.openxmlformats.org/drawingml/2006/main">
            <a:pathLst>
              <a:path w="793" h="119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115"/>
                </a:lnTo>
                <a:cubicBezTo>
                  <a:pt x="6" y="117"/>
                  <a:pt x="8" y="119"/>
                  <a:pt x="10" y="119"/>
                </a:cubicBezTo>
                <a:cubicBezTo>
                  <a:pt x="4" y="119"/>
                  <a:pt x="0" y="114"/>
                  <a:pt x="0" y="10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 xmlns:a="http://schemas.openxmlformats.org/drawingml/2006/main">
            <a:srgbClr val="D953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50170643-6553-4886-B7A2-4FBC7700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4524375"/>
            <a:ext cx="71151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64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封装与复用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Encapsulation and reuse</a:t>
            </a:r>
          </a:p>
        </p:txBody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B925BB8A-9878-423C-826B-BB7A92EE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4762500"/>
            <a:ext cx="7115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对象访问成员受访问权限（private/默认/protected/public）限制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Object access to members is controlled by private, default, protected, and public permissions</a:t>
            </a:r>
          </a:p>
        </p:txBody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DD748D6E-366A-4ED0-9317-28ED211B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5076825"/>
            <a:ext cx="7115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95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通过组合、包、import 实现复用与有效管理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Use composition, packages, and import to achieve reuse and effective management</a:t>
            </a:r>
          </a:p>
        </p:txBody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655D7D4D-5E86-437C-91A5-8E542543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145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8934846"/>
      </p:ext>
    </p:extLst>
  </p:cSld>
</p:sld>
</file>

<file path=ppt/slides/slide1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9288FA6E-A8FF-4851-8747-391F726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E279CA39-4848-44E1-924C-6C58F784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3CF0FC8-8638-4463-B6EA-F1CFA675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8ACC98B7-9C28-4738-89F7-7DE6CFE5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Homework</a:t>
            </a:r>
          </a:p>
        </p:txBody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A5676568-CCE7-49D5-A0E7-1059513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课后练习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After-class exercises</a:t>
            </a:r>
          </a:p>
        </p:txBody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323EA0B8-53BA-4FD6-BE3E-8E68A08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ABEBE165-5CDF-44C5-9779-C566F9B1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6035C298-BE44-4410-9E4B-FCCF4A0B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按时完成老师布置的作业。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Complete the assigned homework on time.</a:t>
            </a:r>
          </a:p>
        </p:txBody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3FED39E7-968E-48E0-AFED-44792F17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75FA061B-0CF2-4C5A-9ED2-B14F57F8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7642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教材提供题库练习系统（见前言二维码），可在线刷题自测。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The textbook provides an online question bank for practice and self-testing; see the QR code in the preface.</a:t>
            </a:r>
          </a:p>
        </p:txBody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060DFF2E-21DC-427F-A938-3D84020D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B7661343-24F9-4B2E-9A0C-9E9F456F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4204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建议动手实现本章 28 个例子并观察运行结果，加深对类与对象的理解。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Implement the 28 examples in this chapter and observe their results to deepen your understanding of classes and objects.</a:t>
            </a:r>
          </a:p>
        </p:txBody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85E63270-FE33-4BEB-A7E0-670E2F93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146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9972469"/>
      </p:ext>
    </p:extLst>
  </p:cSld>
</p:sld>
</file>

<file path=ppt/slides/slide1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9288FA6E-A8FF-4851-8747-391F726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E279CA39-4848-44E1-924C-6C58F784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3CF0FC8-8638-4463-B6EA-F1CFA675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8ACC98B7-9C28-4738-89F7-7DE6CFE5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编程题 1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Programming Task 1</a:t>
            </a:r>
          </a:p>
        </p:txBody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A5676568-CCE7-49D5-A0E7-1059513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矩形类与对象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Rectangle class and objects</a:t>
            </a:r>
          </a:p>
        </p:txBody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323EA0B8-53BA-4FD6-BE3E-8E68A08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ABEBE165-5CDF-44C5-9779-C566F9B1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6035C298-BE44-4410-9E4B-FCCF4A0B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定义 Rectangle，包含 width、height 和有参构造方法。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Define Rectangle with width, height, and a parameterized constructor.</a:t>
            </a:r>
          </a:p>
        </p:txBody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3FED39E7-968E-48E0-AFED-44792F17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75FA061B-0CF2-4C5A-9ED2-B14F57F8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编写 area() 与 perimeter()，在 main 中创建两个对象并输出。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Add area() and perimeter(); create two objects in main and print results.</a:t>
            </a:r>
          </a:p>
        </p:txBody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060DFF2E-21DC-427F-A938-3D84020D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B7661343-24F9-4B2E-9A0C-9E9F456F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文件名：RectangleClassPractice.java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File: RectangleClassPractice.java</a:t>
            </a:r>
          </a:p>
        </p:txBody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85E63270-FE33-4BEB-A7E0-670E2F93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147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9972469"/>
      </p:ext>
    </p:extLst>
  </p:cSld>
</p:sld>
</file>

<file path=ppt/slides/slide1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9288FA6E-A8FF-4851-8747-391F726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E279CA39-4848-44E1-924C-6C58F784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3CF0FC8-8638-4463-B6EA-F1CFA675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8ACC98B7-9C28-4738-89F7-7DE6CFE5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编程题 2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Programming Task 2</a:t>
            </a:r>
          </a:p>
        </p:txBody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A5676568-CCE7-49D5-A0E7-1059513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840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封装学生信息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Encapsulate student data</a:t>
            </a:r>
          </a:p>
        </p:txBody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323EA0B8-53BA-4FD6-BE3E-8E68A08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ABEBE165-5CDF-44C5-9779-C566F9B1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6035C298-BE44-4410-9E4B-FCCF4A0B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Student 的 name、score 使用 private，提供构造方法和 getter/setter。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Make Student name and score private; add a constructor and getters/setters.</a:t>
            </a:r>
          </a:p>
        </p:txBody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3FED39E7-968E-48E0-AFED-44792F17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75FA061B-0CF2-4C5A-9ED2-B14F57F8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setScore 只接受 0—100；非法值保持原成绩。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Let setScore accept only 0–100 and keep the old score for invalid values.</a:t>
            </a:r>
          </a:p>
        </p:txBody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060DFF2E-21DC-427F-A938-3D84020D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B7661343-24F9-4B2E-9A0C-9E9F456F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文件名：StudentEncapsulationPractice.java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File: StudentEncapsulationPractice.java</a:t>
            </a:r>
          </a:p>
        </p:txBody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85E63270-FE33-4BEB-A7E0-670E2F93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148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9972469"/>
      </p:ext>
    </p:extLst>
  </p:cSld>
</p:sld>
</file>

<file path=ppt/slides/slide1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9288FA6E-A8FF-4851-8747-391F726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E279CA39-4848-44E1-924C-6C58F784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3CF0FC8-8638-4463-B6EA-F1CFA675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8ACC98B7-9C28-4738-89F7-7DE6CFE5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编程题 3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Programming Task 3</a:t>
            </a:r>
          </a:p>
        </p:txBody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A5676568-CCE7-49D5-A0E7-1059513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662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电池与收音机组合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Battery and radio composition</a:t>
            </a:r>
          </a:p>
        </p:txBody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323EA0B8-53BA-4FD6-BE3E-8E68A08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ABEBE165-5CDF-44C5-9779-C566F9B1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6035C298-BE44-4410-9E4B-FCCF4A0B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Battery 保存电量，Radio 把 Battery 对象作为成员变量。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Battery stores power; Radio holds a Battery object as a member variable.</a:t>
            </a:r>
          </a:p>
        </p:txBody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3FED39E7-968E-48E0-AFED-44792F17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75FA061B-0CF2-4C5A-9ED2-B14F57F8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每次 play() 消耗 10 电量；电量不足时不能播放。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Each play() consumes 10 units; playback stops when power is insufficient.</a:t>
            </a:r>
          </a:p>
        </p:txBody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060DFF2E-21DC-427F-A938-3D84020D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B7661343-24F9-4B2E-9A0C-9E9F456F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文件名：BatteryRadioPractice.java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File: BatteryRadioPractice.java</a:t>
            </a:r>
          </a:p>
        </p:txBody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85E63270-FE33-4BEB-A7E0-670E2F93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149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9972469"/>
      </p:ext>
    </p:extLst>
  </p:cSld>
</p:sld>
</file>

<file path=ppt/slides/slide1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9288FA6E-A8FF-4851-8747-391F726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E279CA39-4848-44E1-924C-6C58F784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4572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3CF0FC8-8638-4463-B6EA-F1CFA675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714375"/>
            <a:ext cx="13049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章 · 类与对象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Chapter 4 · Classes and Objects</a:t>
            </a:r>
          </a:p>
        </p:txBody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8ACC98B7-9C28-4738-89F7-7DE6CFE5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2954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3069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编程题 4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Programming Task 4</a:t>
            </a:r>
          </a:p>
        </p:txBody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A5676568-CCE7-49D5-A0E7-1059513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600200"/>
            <a:ext cx="3381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1628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方法重载计算面积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Overload methods to calculate area</a:t>
            </a:r>
          </a:p>
        </p:txBody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323EA0B8-53BA-4FD6-BE3E-8E68A08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ABEBE165-5CDF-44C5-9779-C566F9B1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6035C298-BE44-4410-9E4B-FCCF4A0B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291465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在 AreaCalculator 中重载 area：正方形、矩形和圆。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Overload area in AreaCalculator for a square, rectangle, and circle.</a:t>
            </a:r>
          </a:p>
        </p:txBody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3FED39E7-968E-48E0-AFED-44792F17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75FA061B-0CF2-4C5A-9ED2-B14F57F8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3476625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参数列表必须不同；在 main 中分别调用三个方法。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Parameter lists must differ; call all three methods in main.</a:t>
            </a:r>
          </a:p>
        </p:txBody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060DFF2E-21DC-427F-A938-3D84020D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1475" y="4152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B7661343-24F9-4B2E-9A0C-9E9F456F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1975" y="4038600"/>
            <a:ext cx="7362825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54290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文件名：MethodOverloadPractice.java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File: MethodOverloadPractice.java</a:t>
            </a:r>
          </a:p>
        </p:txBody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85E63270-FE33-4BEB-A7E0-670E2F93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6625" y="62388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150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9972469"/>
      </p:ext>
    </p:extLst>
  </p:cSld>
</p:sld>
</file>

<file path=ppt/slides/slide1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8F21F658-5949-4535-924D-48689833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579F58BC-ADC9-48F7-8811-6958B62F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571500"/>
            <a:ext cx="1104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CDB1BE13-2A0C-4B62-A4F6-276C0206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48100" y="2457450"/>
            <a:ext cx="4495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60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Thank You !</a:t>
            </a:r>
            <a:endParaRPr/>
          </a:p>
        </p:txBody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B2A6B898-A6D9-4991-A074-E0322E1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9600" y="3600450"/>
            <a:ext cx="335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>
            <a:normAutofit fontScale="32197"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第 4 章 · 类与对象 到此结束</a:t>
            </a:r>
          </a:p>
          <a:p xmlns:a="http://schemas.openxmlformats.org/drawingml/2006/main"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End of Chapter 4 · Classes and Objects</a:t>
            </a:r>
          </a:p>
        </p:txBody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647559D1-D3D5-41BC-B6BF-B0ECE711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9750" y="42672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186D1B5E-856F-4B25-88D7-A57EE545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6124575"/>
            <a:ext cx="6381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151 / 151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33565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2026-08-27T08:33:20.4050000Z</dcterms:created>
  <dcterms:modified xsi:type="dcterms:W3CDTF">2026-08-27T08:33:20.4050000Z</dcterms:modified>
</coreProperties>
</file>